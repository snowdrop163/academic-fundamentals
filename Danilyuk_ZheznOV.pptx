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83" r:id="rId4"/>
    <p:sldId id="282" r:id="rId5"/>
    <p:sldId id="281" r:id="rId6"/>
    <p:sldId id="280" r:id="rId7"/>
    <p:sldId id="279" r:id="rId8"/>
    <p:sldId id="278" r:id="rId9"/>
    <p:sldId id="277" r:id="rId10"/>
    <p:sldId id="276" r:id="rId11"/>
    <p:sldId id="266" r:id="rId1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CB"/>
    <a:srgbClr val="C93FC2"/>
    <a:srgbClr val="7366BD"/>
    <a:srgbClr val="8B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06" autoAdjust="0"/>
  </p:normalViewPr>
  <p:slideViewPr>
    <p:cSldViewPr snapToGrid="0">
      <p:cViewPr>
        <p:scale>
          <a:sx n="80" d="100"/>
          <a:sy n="80" d="100"/>
        </p:scale>
        <p:origin x="782" y="206"/>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3" Type="http://schemas.openxmlformats.org/officeDocument/2006/relationships/slide" Target="slides/slide4.xml"/><Relationship Id="rId7" Type="http://schemas.openxmlformats.org/officeDocument/2006/relationships/slide" Target="slides/slide8.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7.xml"/><Relationship Id="rId5" Type="http://schemas.openxmlformats.org/officeDocument/2006/relationships/slide" Target="slides/slide6.xml"/><Relationship Id="rId10" Type="http://schemas.openxmlformats.org/officeDocument/2006/relationships/slide" Target="slides/slide11.xml"/><Relationship Id="rId4" Type="http://schemas.openxmlformats.org/officeDocument/2006/relationships/slide" Target="slides/slide5.xml"/><Relationship Id="rId9"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C3CE8B-96A3-142F-CF8C-3F04D097024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60CDD1A2-48C7-6B33-E44B-C9E4609CB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54452A4D-A05D-57F9-936D-518E9D3936AE}"/>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5" name="Нижний колонтитул 4">
            <a:extLst>
              <a:ext uri="{FF2B5EF4-FFF2-40B4-BE49-F238E27FC236}">
                <a16:creationId xmlns:a16="http://schemas.microsoft.com/office/drawing/2014/main" id="{DE0E1833-EEDC-5189-5D3C-4E82076EBB4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0408A35-B517-DAEE-07B4-E77F3E5CA855}"/>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3937950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200FE3-3B3E-C6D5-1F3C-8273511FAC85}"/>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5A468096-EC3E-AB7D-EDAE-67C7559EF2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BC865E6-DCB9-A249-68C0-9E5D91B442EF}"/>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5" name="Нижний колонтитул 4">
            <a:extLst>
              <a:ext uri="{FF2B5EF4-FFF2-40B4-BE49-F238E27FC236}">
                <a16:creationId xmlns:a16="http://schemas.microsoft.com/office/drawing/2014/main" id="{21C51334-CF7A-E821-37CF-0CFB5E2AA89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18E1B4E-60B5-9D97-0DF0-21E96480ADE5}"/>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1872865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D07F60-2234-ABB0-285E-30657C02F5FE}"/>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00B6D377-138E-3F3A-C516-54EED2D0AE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EFF9E00-6421-8505-A973-FEB7BD83969C}"/>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5" name="Нижний колонтитул 4">
            <a:extLst>
              <a:ext uri="{FF2B5EF4-FFF2-40B4-BE49-F238E27FC236}">
                <a16:creationId xmlns:a16="http://schemas.microsoft.com/office/drawing/2014/main" id="{408AFFB8-1160-6A1B-383F-90B4B8AF9C7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90C2406-8B3D-3154-A1BB-34BB59AD534A}"/>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2535167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4B667E-075A-CB1A-2B40-19263128B23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A49CFA4-C3BB-FC8C-00C4-FEE6DE5BC95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42475C04-C1A2-49BE-9FDB-4AAC95AFAC21}"/>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7F6AC9A8-CA7F-BEB4-C4EF-72614E271921}"/>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6" name="Нижний колонтитул 5">
            <a:extLst>
              <a:ext uri="{FF2B5EF4-FFF2-40B4-BE49-F238E27FC236}">
                <a16:creationId xmlns:a16="http://schemas.microsoft.com/office/drawing/2014/main" id="{9B685A7B-7787-2122-22FF-820321A58A5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B5C458E-E80E-6C7E-4DB2-B6B152658022}"/>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3990309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7A919A-192C-E26E-A3B8-36D8029EA42E}"/>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A909F125-C2AE-0990-B560-F298760589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116FB59-7D69-0C88-D252-2F0ACACC3629}"/>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12F56887-4695-1B45-5497-F6663F674A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348179EE-F08D-FC7D-5693-5BFDCB7ECB8C}"/>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0182C55E-93F1-C999-217E-1C914688CF39}"/>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8" name="Нижний колонтитул 7">
            <a:extLst>
              <a:ext uri="{FF2B5EF4-FFF2-40B4-BE49-F238E27FC236}">
                <a16:creationId xmlns:a16="http://schemas.microsoft.com/office/drawing/2014/main" id="{4675139E-C2E3-FCA9-E77B-D4A6731286C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A228AECB-C9E5-EFAE-0433-7DD4AF18D705}"/>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130958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A07CF3-DDD1-96B6-08A7-2CCCE8ED966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35A0C97F-0E88-5452-6063-DE158FEE3FD2}"/>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4" name="Нижний колонтитул 3">
            <a:extLst>
              <a:ext uri="{FF2B5EF4-FFF2-40B4-BE49-F238E27FC236}">
                <a16:creationId xmlns:a16="http://schemas.microsoft.com/office/drawing/2014/main" id="{2A50E731-6B1C-FC4A-A456-E4EF4CF432D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5ECB564-9C36-1D89-B7A4-84747D8855C2}"/>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940851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9026BE91-E0B2-5BCB-D65B-749F4F063096}"/>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3" name="Нижний колонтитул 2">
            <a:extLst>
              <a:ext uri="{FF2B5EF4-FFF2-40B4-BE49-F238E27FC236}">
                <a16:creationId xmlns:a16="http://schemas.microsoft.com/office/drawing/2014/main" id="{6E6F45C8-B784-2956-DEE9-731337E0B070}"/>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EFE1DD7F-3363-A96E-21FB-EAFE73577F17}"/>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818942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520F35-DE91-C1A5-73FC-AA425D18DCE3}"/>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791B4F7-BC06-0ADF-53CF-6CB1559F61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4224878-2A79-3140-394F-1E8D5CF0B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3BEE780B-FBD6-1397-DCB6-2B6C88361A72}"/>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6" name="Нижний колонтитул 5">
            <a:extLst>
              <a:ext uri="{FF2B5EF4-FFF2-40B4-BE49-F238E27FC236}">
                <a16:creationId xmlns:a16="http://schemas.microsoft.com/office/drawing/2014/main" id="{3618DDD2-C5BC-E772-63EA-0BFCBD88521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A02232C-ECFA-6882-5725-FDC62E9177D1}"/>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86350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F3E79F-5EFD-AEA8-B122-D81BFC3110D3}"/>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060CB583-A96B-12F9-9F89-D54F8EEAC1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108BE2FB-BE50-E461-1438-41E94D179E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DC141008-98F0-C79F-2011-E3FC0BBFCC9D}"/>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6" name="Нижний колонтитул 5">
            <a:extLst>
              <a:ext uri="{FF2B5EF4-FFF2-40B4-BE49-F238E27FC236}">
                <a16:creationId xmlns:a16="http://schemas.microsoft.com/office/drawing/2014/main" id="{F4D29F0E-9B1B-EC46-7906-850784A5FBE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9B580C6-77FC-DB20-7BE4-B1BB45BA742A}"/>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1537143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2C2154-F942-7D0F-AFA8-8054F2D38A27}"/>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50BCBA1-2FA0-E3EF-D006-9040E997567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B6DA91C-1028-EA23-BE56-D53CEC6B5381}"/>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5" name="Нижний колонтитул 4">
            <a:extLst>
              <a:ext uri="{FF2B5EF4-FFF2-40B4-BE49-F238E27FC236}">
                <a16:creationId xmlns:a16="http://schemas.microsoft.com/office/drawing/2014/main" id="{9604F82F-0D18-2623-72B8-3B06FEE2461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A87BDE1-7818-68DC-C791-721F600020C6}"/>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3800360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114BEBE-A58F-A01D-37CF-959D061D4311}"/>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577F34A-2415-7F20-8206-838EA756F251}"/>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BC21807-10A3-9636-500F-74A50C1FF4B1}"/>
              </a:ext>
            </a:extLst>
          </p:cNvPr>
          <p:cNvSpPr>
            <a:spLocks noGrp="1"/>
          </p:cNvSpPr>
          <p:nvPr>
            <p:ph type="dt" sz="half" idx="10"/>
          </p:nvPr>
        </p:nvSpPr>
        <p:spPr/>
        <p:txBody>
          <a:bodyPr/>
          <a:lstStyle/>
          <a:p>
            <a:fld id="{FBD0CE0F-29E8-491F-9C65-6CB4B1B71C5B}" type="datetimeFigureOut">
              <a:rPr lang="ru-RU" smtClean="0"/>
              <a:t>30.05.2024</a:t>
            </a:fld>
            <a:endParaRPr lang="ru-RU"/>
          </a:p>
        </p:txBody>
      </p:sp>
      <p:sp>
        <p:nvSpPr>
          <p:cNvPr id="5" name="Нижний колонтитул 4">
            <a:extLst>
              <a:ext uri="{FF2B5EF4-FFF2-40B4-BE49-F238E27FC236}">
                <a16:creationId xmlns:a16="http://schemas.microsoft.com/office/drawing/2014/main" id="{1A626FE3-A5A3-3A54-283B-DCF151E76B8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09D4F09-1F34-9ECD-D6A5-E0FF5BF63B35}"/>
              </a:ext>
            </a:extLst>
          </p:cNvPr>
          <p:cNvSpPr>
            <a:spLocks noGrp="1"/>
          </p:cNvSpPr>
          <p:nvPr>
            <p:ph type="sldNum" sz="quarter" idx="12"/>
          </p:nvPr>
        </p:nvSpPr>
        <p:spPr/>
        <p:txBody>
          <a:bodyPr/>
          <a:lstStyle/>
          <a:p>
            <a:fld id="{83EFC8DB-BBDB-4FD9-9080-CB6143648E82}" type="slidenum">
              <a:rPr lang="ru-RU" smtClean="0"/>
              <a:t>‹#›</a:t>
            </a:fld>
            <a:endParaRPr lang="ru-RU"/>
          </a:p>
        </p:txBody>
      </p:sp>
    </p:spTree>
    <p:extLst>
      <p:ext uri="{BB962C8B-B14F-4D97-AF65-F5344CB8AC3E}">
        <p14:creationId xmlns:p14="http://schemas.microsoft.com/office/powerpoint/2010/main" val="3421103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23E372-42C3-A253-6E20-535EA62DEC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3ED83B6F-5C82-743C-42BE-784E7C710C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4788CB0-E351-CA1E-A9DD-4496676E40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D0CE0F-29E8-491F-9C65-6CB4B1B71C5B}" type="datetimeFigureOut">
              <a:rPr lang="ru-RU" smtClean="0"/>
              <a:t>30.05.2024</a:t>
            </a:fld>
            <a:endParaRPr lang="ru-RU"/>
          </a:p>
        </p:txBody>
      </p:sp>
      <p:sp>
        <p:nvSpPr>
          <p:cNvPr id="5" name="Нижний колонтитул 4">
            <a:extLst>
              <a:ext uri="{FF2B5EF4-FFF2-40B4-BE49-F238E27FC236}">
                <a16:creationId xmlns:a16="http://schemas.microsoft.com/office/drawing/2014/main" id="{3DAA9A76-6D38-848B-B8DC-70C5D148F3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37EA6997-D8C3-BCD0-ADAA-B224CADAF1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EFC8DB-BBDB-4FD9-9080-CB6143648E82}" type="slidenum">
              <a:rPr lang="ru-RU" smtClean="0"/>
              <a:t>‹#›</a:t>
            </a:fld>
            <a:endParaRPr lang="ru-RU"/>
          </a:p>
        </p:txBody>
      </p:sp>
    </p:spTree>
    <p:extLst>
      <p:ext uri="{BB962C8B-B14F-4D97-AF65-F5344CB8AC3E}">
        <p14:creationId xmlns:p14="http://schemas.microsoft.com/office/powerpoint/2010/main" val="2171107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8.png"/><Relationship Id="rId18" Type="http://schemas.openxmlformats.org/officeDocument/2006/relationships/slide" Target="slide6.xml"/><Relationship Id="rId26" Type="http://schemas.openxmlformats.org/officeDocument/2006/relationships/image" Target="../media/image16.png"/><Relationship Id="rId3" Type="http://schemas.openxmlformats.org/officeDocument/2006/relationships/slide" Target="slide2.xml"/><Relationship Id="rId21" Type="http://schemas.openxmlformats.org/officeDocument/2006/relationships/slide" Target="slide3.xml"/><Relationship Id="rId7" Type="http://schemas.openxmlformats.org/officeDocument/2006/relationships/image" Target="../media/image4.png"/><Relationship Id="rId12" Type="http://schemas.openxmlformats.org/officeDocument/2006/relationships/slide" Target="slide7.xml"/><Relationship Id="rId17" Type="http://schemas.openxmlformats.org/officeDocument/2006/relationships/image" Target="../media/image11.svg"/><Relationship Id="rId25" Type="http://schemas.openxmlformats.org/officeDocument/2006/relationships/image" Target="../media/image15.svg"/><Relationship Id="rId2" Type="http://schemas.openxmlformats.org/officeDocument/2006/relationships/image" Target="../media/image1.jpg"/><Relationship Id="rId16" Type="http://schemas.openxmlformats.org/officeDocument/2006/relationships/image" Target="../media/image10.png"/><Relationship Id="rId20" Type="http://schemas.openxmlformats.org/officeDocument/2006/relationships/image" Target="../media/image13.svg"/><Relationship Id="rId29" Type="http://schemas.openxmlformats.org/officeDocument/2006/relationships/image" Target="../media/image19.svg"/><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image" Target="../media/image7.svg"/><Relationship Id="rId24" Type="http://schemas.openxmlformats.org/officeDocument/2006/relationships/image" Target="../media/image14.png"/><Relationship Id="rId5" Type="http://schemas.openxmlformats.org/officeDocument/2006/relationships/image" Target="../media/image3.svg"/><Relationship Id="rId15" Type="http://schemas.openxmlformats.org/officeDocument/2006/relationships/slide" Target="slide8.xml"/><Relationship Id="rId23" Type="http://schemas.openxmlformats.org/officeDocument/2006/relationships/slide" Target="slide10.xml"/><Relationship Id="rId28" Type="http://schemas.openxmlformats.org/officeDocument/2006/relationships/image" Target="../media/image18.png"/><Relationship Id="rId10" Type="http://schemas.openxmlformats.org/officeDocument/2006/relationships/image" Target="../media/image6.png"/><Relationship Id="rId19"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slide" Target="slide5.xml"/><Relationship Id="rId14" Type="http://schemas.openxmlformats.org/officeDocument/2006/relationships/image" Target="../media/image9.svg"/><Relationship Id="rId22" Type="http://schemas.openxmlformats.org/officeDocument/2006/relationships/slide" Target="slide9.xml"/><Relationship Id="rId27" Type="http://schemas.openxmlformats.org/officeDocument/2006/relationships/image" Target="../media/image17.svg"/></Relationships>
</file>

<file path=ppt/slides/_rels/slide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8.png"/><Relationship Id="rId18" Type="http://schemas.openxmlformats.org/officeDocument/2006/relationships/slide" Target="slide6.xml"/><Relationship Id="rId26" Type="http://schemas.openxmlformats.org/officeDocument/2006/relationships/image" Target="../media/image17.svg"/><Relationship Id="rId3" Type="http://schemas.openxmlformats.org/officeDocument/2006/relationships/slide" Target="slide2.xml"/><Relationship Id="rId21" Type="http://schemas.openxmlformats.org/officeDocument/2006/relationships/slide" Target="slide10.xml"/><Relationship Id="rId7" Type="http://schemas.openxmlformats.org/officeDocument/2006/relationships/image" Target="../media/image4.png"/><Relationship Id="rId12" Type="http://schemas.openxmlformats.org/officeDocument/2006/relationships/slide" Target="slide7.xml"/><Relationship Id="rId17" Type="http://schemas.openxmlformats.org/officeDocument/2006/relationships/image" Target="../media/image11.svg"/><Relationship Id="rId25" Type="http://schemas.openxmlformats.org/officeDocument/2006/relationships/image" Target="../media/image16.png"/><Relationship Id="rId2" Type="http://schemas.openxmlformats.org/officeDocument/2006/relationships/image" Target="../media/image1.jpg"/><Relationship Id="rId16" Type="http://schemas.openxmlformats.org/officeDocument/2006/relationships/image" Target="../media/image10.png"/><Relationship Id="rId20" Type="http://schemas.openxmlformats.org/officeDocument/2006/relationships/image" Target="../media/image13.svg"/><Relationship Id="rId29" Type="http://schemas.openxmlformats.org/officeDocument/2006/relationships/image" Target="../media/image19.svg"/><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image" Target="../media/image7.svg"/><Relationship Id="rId24" Type="http://schemas.openxmlformats.org/officeDocument/2006/relationships/slide" Target="slide3.xml"/><Relationship Id="rId5" Type="http://schemas.openxmlformats.org/officeDocument/2006/relationships/image" Target="../media/image3.svg"/><Relationship Id="rId15" Type="http://schemas.openxmlformats.org/officeDocument/2006/relationships/slide" Target="slide8.xml"/><Relationship Id="rId23" Type="http://schemas.openxmlformats.org/officeDocument/2006/relationships/image" Target="../media/image15.svg"/><Relationship Id="rId28" Type="http://schemas.openxmlformats.org/officeDocument/2006/relationships/image" Target="../media/image18.png"/><Relationship Id="rId10" Type="http://schemas.openxmlformats.org/officeDocument/2006/relationships/image" Target="../media/image6.png"/><Relationship Id="rId19"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slide" Target="slide5.xml"/><Relationship Id="rId14" Type="http://schemas.openxmlformats.org/officeDocument/2006/relationships/image" Target="../media/image9.svg"/><Relationship Id="rId22" Type="http://schemas.openxmlformats.org/officeDocument/2006/relationships/image" Target="../media/image14.png"/><Relationship Id="rId27" Type="http://schemas.openxmlformats.org/officeDocument/2006/relationships/slide" Target="slide9.xml"/></Relationships>
</file>

<file path=ppt/slides/_rels/slide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8.png"/><Relationship Id="rId18" Type="http://schemas.openxmlformats.org/officeDocument/2006/relationships/slide" Target="slide6.xml"/><Relationship Id="rId26" Type="http://schemas.openxmlformats.org/officeDocument/2006/relationships/image" Target="../media/image17.svg"/><Relationship Id="rId3" Type="http://schemas.openxmlformats.org/officeDocument/2006/relationships/image" Target="../media/image1.jpg"/><Relationship Id="rId21" Type="http://schemas.openxmlformats.org/officeDocument/2006/relationships/slide" Target="slide10.xml"/><Relationship Id="rId7" Type="http://schemas.openxmlformats.org/officeDocument/2006/relationships/image" Target="../media/image4.png"/><Relationship Id="rId12" Type="http://schemas.openxmlformats.org/officeDocument/2006/relationships/slide" Target="slide7.xml"/><Relationship Id="rId17" Type="http://schemas.openxmlformats.org/officeDocument/2006/relationships/image" Target="../media/image11.svg"/><Relationship Id="rId25" Type="http://schemas.openxmlformats.org/officeDocument/2006/relationships/image" Target="../media/image16.png"/><Relationship Id="rId2" Type="http://schemas.openxmlformats.org/officeDocument/2006/relationships/slide" Target="slide2.xml"/><Relationship Id="rId16" Type="http://schemas.openxmlformats.org/officeDocument/2006/relationships/image" Target="../media/image10.png"/><Relationship Id="rId20" Type="http://schemas.openxmlformats.org/officeDocument/2006/relationships/image" Target="../media/image13.svg"/><Relationship Id="rId29" Type="http://schemas.openxmlformats.org/officeDocument/2006/relationships/image" Target="../media/image19.svg"/><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image" Target="../media/image7.svg"/><Relationship Id="rId24" Type="http://schemas.openxmlformats.org/officeDocument/2006/relationships/slide" Target="slide3.xml"/><Relationship Id="rId5" Type="http://schemas.openxmlformats.org/officeDocument/2006/relationships/image" Target="../media/image3.svg"/><Relationship Id="rId15" Type="http://schemas.openxmlformats.org/officeDocument/2006/relationships/slide" Target="slide8.xml"/><Relationship Id="rId23" Type="http://schemas.openxmlformats.org/officeDocument/2006/relationships/image" Target="../media/image15.svg"/><Relationship Id="rId28" Type="http://schemas.openxmlformats.org/officeDocument/2006/relationships/image" Target="../media/image18.png"/><Relationship Id="rId10" Type="http://schemas.openxmlformats.org/officeDocument/2006/relationships/image" Target="../media/image6.png"/><Relationship Id="rId19"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slide" Target="slide5.xml"/><Relationship Id="rId14" Type="http://schemas.openxmlformats.org/officeDocument/2006/relationships/image" Target="../media/image9.svg"/><Relationship Id="rId22" Type="http://schemas.openxmlformats.org/officeDocument/2006/relationships/image" Target="../media/image14.png"/><Relationship Id="rId27" Type="http://schemas.openxmlformats.org/officeDocument/2006/relationships/slide" Target="slide9.xml"/></Relationships>
</file>

<file path=ppt/slides/_rels/slide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8.png"/><Relationship Id="rId18" Type="http://schemas.openxmlformats.org/officeDocument/2006/relationships/slide" Target="slide6.xml"/><Relationship Id="rId26" Type="http://schemas.openxmlformats.org/officeDocument/2006/relationships/image" Target="../media/image17.svg"/><Relationship Id="rId3" Type="http://schemas.openxmlformats.org/officeDocument/2006/relationships/slide" Target="slide2.xml"/><Relationship Id="rId21" Type="http://schemas.openxmlformats.org/officeDocument/2006/relationships/slide" Target="slide10.xml"/><Relationship Id="rId7" Type="http://schemas.openxmlformats.org/officeDocument/2006/relationships/image" Target="../media/image4.png"/><Relationship Id="rId12" Type="http://schemas.openxmlformats.org/officeDocument/2006/relationships/slide" Target="slide7.xml"/><Relationship Id="rId17" Type="http://schemas.openxmlformats.org/officeDocument/2006/relationships/image" Target="../media/image11.svg"/><Relationship Id="rId25" Type="http://schemas.openxmlformats.org/officeDocument/2006/relationships/image" Target="../media/image16.png"/><Relationship Id="rId2" Type="http://schemas.openxmlformats.org/officeDocument/2006/relationships/image" Target="../media/image1.jpg"/><Relationship Id="rId16" Type="http://schemas.openxmlformats.org/officeDocument/2006/relationships/image" Target="../media/image10.png"/><Relationship Id="rId20" Type="http://schemas.openxmlformats.org/officeDocument/2006/relationships/image" Target="../media/image13.svg"/><Relationship Id="rId29" Type="http://schemas.openxmlformats.org/officeDocument/2006/relationships/image" Target="../media/image19.svg"/><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image" Target="../media/image7.svg"/><Relationship Id="rId24" Type="http://schemas.openxmlformats.org/officeDocument/2006/relationships/slide" Target="slide3.xml"/><Relationship Id="rId5" Type="http://schemas.openxmlformats.org/officeDocument/2006/relationships/image" Target="../media/image3.svg"/><Relationship Id="rId15" Type="http://schemas.openxmlformats.org/officeDocument/2006/relationships/slide" Target="slide8.xml"/><Relationship Id="rId23" Type="http://schemas.openxmlformats.org/officeDocument/2006/relationships/image" Target="../media/image15.svg"/><Relationship Id="rId28" Type="http://schemas.openxmlformats.org/officeDocument/2006/relationships/image" Target="../media/image18.png"/><Relationship Id="rId10" Type="http://schemas.openxmlformats.org/officeDocument/2006/relationships/image" Target="../media/image6.png"/><Relationship Id="rId19"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slide" Target="slide5.xml"/><Relationship Id="rId14" Type="http://schemas.openxmlformats.org/officeDocument/2006/relationships/image" Target="../media/image9.svg"/><Relationship Id="rId22" Type="http://schemas.openxmlformats.org/officeDocument/2006/relationships/image" Target="../media/image14.png"/><Relationship Id="rId27" Type="http://schemas.openxmlformats.org/officeDocument/2006/relationships/slide" Target="slide9.xml"/></Relationships>
</file>

<file path=ppt/slides/_rels/slide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8.png"/><Relationship Id="rId18" Type="http://schemas.openxmlformats.org/officeDocument/2006/relationships/slide" Target="slide6.xml"/><Relationship Id="rId26" Type="http://schemas.openxmlformats.org/officeDocument/2006/relationships/image" Target="../media/image17.svg"/><Relationship Id="rId3" Type="http://schemas.openxmlformats.org/officeDocument/2006/relationships/slide" Target="slide2.xml"/><Relationship Id="rId21" Type="http://schemas.openxmlformats.org/officeDocument/2006/relationships/slide" Target="slide10.xml"/><Relationship Id="rId7" Type="http://schemas.openxmlformats.org/officeDocument/2006/relationships/image" Target="../media/image4.png"/><Relationship Id="rId12" Type="http://schemas.openxmlformats.org/officeDocument/2006/relationships/slide" Target="slide7.xml"/><Relationship Id="rId17" Type="http://schemas.openxmlformats.org/officeDocument/2006/relationships/image" Target="../media/image11.svg"/><Relationship Id="rId25" Type="http://schemas.openxmlformats.org/officeDocument/2006/relationships/image" Target="../media/image16.png"/><Relationship Id="rId2" Type="http://schemas.openxmlformats.org/officeDocument/2006/relationships/image" Target="../media/image1.jpg"/><Relationship Id="rId16" Type="http://schemas.openxmlformats.org/officeDocument/2006/relationships/image" Target="../media/image10.png"/><Relationship Id="rId20" Type="http://schemas.openxmlformats.org/officeDocument/2006/relationships/image" Target="../media/image13.svg"/><Relationship Id="rId29" Type="http://schemas.openxmlformats.org/officeDocument/2006/relationships/image" Target="../media/image19.svg"/><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image" Target="../media/image7.svg"/><Relationship Id="rId24" Type="http://schemas.openxmlformats.org/officeDocument/2006/relationships/slide" Target="slide3.xml"/><Relationship Id="rId5" Type="http://schemas.openxmlformats.org/officeDocument/2006/relationships/image" Target="../media/image3.svg"/><Relationship Id="rId15" Type="http://schemas.openxmlformats.org/officeDocument/2006/relationships/slide" Target="slide8.xml"/><Relationship Id="rId23" Type="http://schemas.openxmlformats.org/officeDocument/2006/relationships/image" Target="../media/image15.svg"/><Relationship Id="rId28" Type="http://schemas.openxmlformats.org/officeDocument/2006/relationships/image" Target="../media/image18.png"/><Relationship Id="rId10" Type="http://schemas.openxmlformats.org/officeDocument/2006/relationships/image" Target="../media/image6.png"/><Relationship Id="rId19"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slide" Target="slide5.xml"/><Relationship Id="rId14" Type="http://schemas.openxmlformats.org/officeDocument/2006/relationships/image" Target="../media/image9.svg"/><Relationship Id="rId22" Type="http://schemas.openxmlformats.org/officeDocument/2006/relationships/image" Target="../media/image14.png"/><Relationship Id="rId27" Type="http://schemas.openxmlformats.org/officeDocument/2006/relationships/slide" Target="slide9.xml"/></Relationships>
</file>

<file path=ppt/slides/_rels/slide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8.png"/><Relationship Id="rId18" Type="http://schemas.openxmlformats.org/officeDocument/2006/relationships/slide" Target="slide6.xml"/><Relationship Id="rId26" Type="http://schemas.openxmlformats.org/officeDocument/2006/relationships/image" Target="../media/image17.svg"/><Relationship Id="rId3" Type="http://schemas.openxmlformats.org/officeDocument/2006/relationships/slide" Target="slide2.xml"/><Relationship Id="rId21" Type="http://schemas.openxmlformats.org/officeDocument/2006/relationships/slide" Target="slide10.xml"/><Relationship Id="rId7" Type="http://schemas.openxmlformats.org/officeDocument/2006/relationships/image" Target="../media/image4.png"/><Relationship Id="rId12" Type="http://schemas.openxmlformats.org/officeDocument/2006/relationships/slide" Target="slide7.xml"/><Relationship Id="rId17" Type="http://schemas.openxmlformats.org/officeDocument/2006/relationships/image" Target="../media/image11.svg"/><Relationship Id="rId25" Type="http://schemas.openxmlformats.org/officeDocument/2006/relationships/image" Target="../media/image16.png"/><Relationship Id="rId2" Type="http://schemas.openxmlformats.org/officeDocument/2006/relationships/image" Target="../media/image1.jpg"/><Relationship Id="rId16" Type="http://schemas.openxmlformats.org/officeDocument/2006/relationships/image" Target="../media/image10.png"/><Relationship Id="rId20" Type="http://schemas.openxmlformats.org/officeDocument/2006/relationships/image" Target="../media/image13.svg"/><Relationship Id="rId29" Type="http://schemas.openxmlformats.org/officeDocument/2006/relationships/image" Target="../media/image19.svg"/><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image" Target="../media/image7.svg"/><Relationship Id="rId24" Type="http://schemas.openxmlformats.org/officeDocument/2006/relationships/slide" Target="slide3.xml"/><Relationship Id="rId5" Type="http://schemas.openxmlformats.org/officeDocument/2006/relationships/image" Target="../media/image3.svg"/><Relationship Id="rId15" Type="http://schemas.openxmlformats.org/officeDocument/2006/relationships/slide" Target="slide8.xml"/><Relationship Id="rId23" Type="http://schemas.openxmlformats.org/officeDocument/2006/relationships/image" Target="../media/image15.svg"/><Relationship Id="rId28" Type="http://schemas.openxmlformats.org/officeDocument/2006/relationships/image" Target="../media/image18.png"/><Relationship Id="rId10" Type="http://schemas.openxmlformats.org/officeDocument/2006/relationships/image" Target="../media/image6.png"/><Relationship Id="rId19"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slide" Target="slide5.xml"/><Relationship Id="rId14" Type="http://schemas.openxmlformats.org/officeDocument/2006/relationships/image" Target="../media/image9.svg"/><Relationship Id="rId22" Type="http://schemas.openxmlformats.org/officeDocument/2006/relationships/image" Target="../media/image14.png"/><Relationship Id="rId27" Type="http://schemas.openxmlformats.org/officeDocument/2006/relationships/slide" Target="slide9.xml"/></Relationships>
</file>

<file path=ppt/slides/_rels/slide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8.png"/><Relationship Id="rId18" Type="http://schemas.openxmlformats.org/officeDocument/2006/relationships/slide" Target="slide6.xml"/><Relationship Id="rId26" Type="http://schemas.openxmlformats.org/officeDocument/2006/relationships/image" Target="../media/image17.svg"/><Relationship Id="rId3" Type="http://schemas.openxmlformats.org/officeDocument/2006/relationships/slide" Target="slide2.xml"/><Relationship Id="rId21" Type="http://schemas.openxmlformats.org/officeDocument/2006/relationships/slide" Target="slide10.xml"/><Relationship Id="rId7" Type="http://schemas.openxmlformats.org/officeDocument/2006/relationships/image" Target="../media/image4.png"/><Relationship Id="rId12" Type="http://schemas.openxmlformats.org/officeDocument/2006/relationships/slide" Target="slide7.xml"/><Relationship Id="rId17" Type="http://schemas.openxmlformats.org/officeDocument/2006/relationships/image" Target="../media/image11.svg"/><Relationship Id="rId25" Type="http://schemas.openxmlformats.org/officeDocument/2006/relationships/image" Target="../media/image16.png"/><Relationship Id="rId2" Type="http://schemas.openxmlformats.org/officeDocument/2006/relationships/image" Target="../media/image1.jpg"/><Relationship Id="rId16" Type="http://schemas.openxmlformats.org/officeDocument/2006/relationships/image" Target="../media/image10.png"/><Relationship Id="rId20" Type="http://schemas.openxmlformats.org/officeDocument/2006/relationships/image" Target="../media/image13.svg"/><Relationship Id="rId29" Type="http://schemas.openxmlformats.org/officeDocument/2006/relationships/image" Target="../media/image19.svg"/><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image" Target="../media/image7.svg"/><Relationship Id="rId24" Type="http://schemas.openxmlformats.org/officeDocument/2006/relationships/slide" Target="slide3.xml"/><Relationship Id="rId5" Type="http://schemas.openxmlformats.org/officeDocument/2006/relationships/image" Target="../media/image3.svg"/><Relationship Id="rId15" Type="http://schemas.openxmlformats.org/officeDocument/2006/relationships/slide" Target="slide8.xml"/><Relationship Id="rId23" Type="http://schemas.openxmlformats.org/officeDocument/2006/relationships/image" Target="../media/image15.svg"/><Relationship Id="rId28" Type="http://schemas.openxmlformats.org/officeDocument/2006/relationships/image" Target="../media/image18.png"/><Relationship Id="rId10" Type="http://schemas.openxmlformats.org/officeDocument/2006/relationships/image" Target="../media/image6.png"/><Relationship Id="rId19"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slide" Target="slide5.xml"/><Relationship Id="rId14" Type="http://schemas.openxmlformats.org/officeDocument/2006/relationships/image" Target="../media/image9.svg"/><Relationship Id="rId22" Type="http://schemas.openxmlformats.org/officeDocument/2006/relationships/image" Target="../media/image14.png"/><Relationship Id="rId27" Type="http://schemas.openxmlformats.org/officeDocument/2006/relationships/slide" Target="slide9.xml"/></Relationships>
</file>

<file path=ppt/slides/_rels/slide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8.png"/><Relationship Id="rId18" Type="http://schemas.openxmlformats.org/officeDocument/2006/relationships/slide" Target="slide6.xml"/><Relationship Id="rId26" Type="http://schemas.openxmlformats.org/officeDocument/2006/relationships/image" Target="../media/image17.svg"/><Relationship Id="rId3" Type="http://schemas.openxmlformats.org/officeDocument/2006/relationships/slide" Target="slide2.xml"/><Relationship Id="rId21" Type="http://schemas.openxmlformats.org/officeDocument/2006/relationships/slide" Target="slide10.xml"/><Relationship Id="rId7" Type="http://schemas.openxmlformats.org/officeDocument/2006/relationships/image" Target="../media/image4.png"/><Relationship Id="rId12" Type="http://schemas.openxmlformats.org/officeDocument/2006/relationships/slide" Target="slide7.xml"/><Relationship Id="rId17" Type="http://schemas.openxmlformats.org/officeDocument/2006/relationships/image" Target="../media/image11.svg"/><Relationship Id="rId25" Type="http://schemas.openxmlformats.org/officeDocument/2006/relationships/image" Target="../media/image16.png"/><Relationship Id="rId2" Type="http://schemas.openxmlformats.org/officeDocument/2006/relationships/image" Target="../media/image1.jpg"/><Relationship Id="rId16" Type="http://schemas.openxmlformats.org/officeDocument/2006/relationships/image" Target="../media/image10.png"/><Relationship Id="rId20" Type="http://schemas.openxmlformats.org/officeDocument/2006/relationships/image" Target="../media/image13.svg"/><Relationship Id="rId29" Type="http://schemas.openxmlformats.org/officeDocument/2006/relationships/image" Target="../media/image19.svg"/><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image" Target="../media/image7.svg"/><Relationship Id="rId24" Type="http://schemas.openxmlformats.org/officeDocument/2006/relationships/slide" Target="slide3.xml"/><Relationship Id="rId5" Type="http://schemas.openxmlformats.org/officeDocument/2006/relationships/image" Target="../media/image3.svg"/><Relationship Id="rId15" Type="http://schemas.openxmlformats.org/officeDocument/2006/relationships/slide" Target="slide8.xml"/><Relationship Id="rId23" Type="http://schemas.openxmlformats.org/officeDocument/2006/relationships/image" Target="../media/image15.svg"/><Relationship Id="rId28" Type="http://schemas.openxmlformats.org/officeDocument/2006/relationships/image" Target="../media/image18.png"/><Relationship Id="rId10" Type="http://schemas.openxmlformats.org/officeDocument/2006/relationships/image" Target="../media/image6.png"/><Relationship Id="rId19"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slide" Target="slide5.xml"/><Relationship Id="rId14" Type="http://schemas.openxmlformats.org/officeDocument/2006/relationships/image" Target="../media/image9.svg"/><Relationship Id="rId22" Type="http://schemas.openxmlformats.org/officeDocument/2006/relationships/image" Target="../media/image14.png"/><Relationship Id="rId27" Type="http://schemas.openxmlformats.org/officeDocument/2006/relationships/slide" Target="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slide" Target="slide7.xml"/><Relationship Id="rId18" Type="http://schemas.openxmlformats.org/officeDocument/2006/relationships/image" Target="../media/image11.svg"/><Relationship Id="rId26" Type="http://schemas.openxmlformats.org/officeDocument/2006/relationships/image" Target="../media/image17.svg"/><Relationship Id="rId3" Type="http://schemas.openxmlformats.org/officeDocument/2006/relationships/slide" Target="slide10.xml"/><Relationship Id="rId21" Type="http://schemas.openxmlformats.org/officeDocument/2006/relationships/image" Target="../media/image13.svg"/><Relationship Id="rId7" Type="http://schemas.openxmlformats.org/officeDocument/2006/relationships/slide" Target="slide4.xml"/><Relationship Id="rId12" Type="http://schemas.openxmlformats.org/officeDocument/2006/relationships/image" Target="../media/image7.svg"/><Relationship Id="rId17" Type="http://schemas.openxmlformats.org/officeDocument/2006/relationships/image" Target="../media/image10.png"/><Relationship Id="rId25" Type="http://schemas.openxmlformats.org/officeDocument/2006/relationships/image" Target="../media/image16.png"/><Relationship Id="rId2" Type="http://schemas.openxmlformats.org/officeDocument/2006/relationships/image" Target="../media/image1.jpg"/><Relationship Id="rId16" Type="http://schemas.openxmlformats.org/officeDocument/2006/relationships/slide" Target="slide8.xml"/><Relationship Id="rId20" Type="http://schemas.openxmlformats.org/officeDocument/2006/relationships/image" Target="../media/image12.png"/><Relationship Id="rId29" Type="http://schemas.openxmlformats.org/officeDocument/2006/relationships/image" Target="../media/image19.sv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6.png"/><Relationship Id="rId24" Type="http://schemas.openxmlformats.org/officeDocument/2006/relationships/slide" Target="slide3.xml"/><Relationship Id="rId5" Type="http://schemas.openxmlformats.org/officeDocument/2006/relationships/image" Target="../media/image2.png"/><Relationship Id="rId15" Type="http://schemas.openxmlformats.org/officeDocument/2006/relationships/image" Target="../media/image9.svg"/><Relationship Id="rId23" Type="http://schemas.openxmlformats.org/officeDocument/2006/relationships/image" Target="../media/image15.svg"/><Relationship Id="rId28" Type="http://schemas.openxmlformats.org/officeDocument/2006/relationships/image" Target="../media/image18.png"/><Relationship Id="rId10" Type="http://schemas.openxmlformats.org/officeDocument/2006/relationships/slide" Target="slide5.xml"/><Relationship Id="rId19" Type="http://schemas.openxmlformats.org/officeDocument/2006/relationships/slide" Target="slide6.xml"/><Relationship Id="rId4" Type="http://schemas.openxmlformats.org/officeDocument/2006/relationships/slide" Target="slide2.xml"/><Relationship Id="rId9" Type="http://schemas.openxmlformats.org/officeDocument/2006/relationships/image" Target="../media/image5.svg"/><Relationship Id="rId14" Type="http://schemas.openxmlformats.org/officeDocument/2006/relationships/image" Target="../media/image8.png"/><Relationship Id="rId22" Type="http://schemas.openxmlformats.org/officeDocument/2006/relationships/image" Target="../media/image14.png"/><Relationship Id="rId27" Type="http://schemas.openxmlformats.org/officeDocument/2006/relationships/slide" Target="slide9.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F37631-0CDA-96E1-ABFA-9FE51BCC4E89}"/>
              </a:ext>
            </a:extLst>
          </p:cNvPr>
          <p:cNvSpPr>
            <a:spLocks noGrp="1"/>
          </p:cNvSpPr>
          <p:nvPr>
            <p:ph type="ctrTitle"/>
          </p:nvPr>
        </p:nvSpPr>
        <p:spPr/>
        <p:txBody>
          <a:bodyPr/>
          <a:lstStyle/>
          <a:p>
            <a:endParaRPr lang="ru-RU" dirty="0"/>
          </a:p>
        </p:txBody>
      </p:sp>
      <p:sp>
        <p:nvSpPr>
          <p:cNvPr id="3" name="Подзаголовок 2">
            <a:extLst>
              <a:ext uri="{FF2B5EF4-FFF2-40B4-BE49-F238E27FC236}">
                <a16:creationId xmlns:a16="http://schemas.microsoft.com/office/drawing/2014/main" id="{1EF4ED62-BEFE-1A47-C334-4814AA09C361}"/>
              </a:ext>
            </a:extLst>
          </p:cNvPr>
          <p:cNvSpPr>
            <a:spLocks noGrp="1"/>
          </p:cNvSpPr>
          <p:nvPr>
            <p:ph type="subTitle" idx="1"/>
          </p:nvPr>
        </p:nvSpPr>
        <p:spPr/>
        <p:txBody>
          <a:bodyPr/>
          <a:lstStyle/>
          <a:p>
            <a:endParaRPr lang="ru-RU" dirty="0"/>
          </a:p>
        </p:txBody>
      </p:sp>
      <p:pic>
        <p:nvPicPr>
          <p:cNvPr id="32" name="Рисунок 31">
            <a:extLst>
              <a:ext uri="{FF2B5EF4-FFF2-40B4-BE49-F238E27FC236}">
                <a16:creationId xmlns:a16="http://schemas.microsoft.com/office/drawing/2014/main" id="{8A33E3F9-2D3F-A5B8-805D-FA4BB78DDE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5" name="TextBox 34">
            <a:extLst>
              <a:ext uri="{FF2B5EF4-FFF2-40B4-BE49-F238E27FC236}">
                <a16:creationId xmlns:a16="http://schemas.microsoft.com/office/drawing/2014/main" id="{6A3641D6-6787-A440-C0B0-E8C77B3EB73E}"/>
              </a:ext>
            </a:extLst>
          </p:cNvPr>
          <p:cNvSpPr txBox="1"/>
          <p:nvPr/>
        </p:nvSpPr>
        <p:spPr>
          <a:xfrm>
            <a:off x="548563" y="4766141"/>
            <a:ext cx="11094874" cy="1569660"/>
          </a:xfrm>
          <a:prstGeom prst="rect">
            <a:avLst/>
          </a:prstGeom>
          <a:noFill/>
        </p:spPr>
        <p:txBody>
          <a:bodyPr wrap="square">
            <a:spAutoFit/>
          </a:bodyPr>
          <a:lstStyle/>
          <a:p>
            <a:pPr algn="ctr" fontAlgn="base"/>
            <a:r>
              <a:rPr lang="en-US" sz="9600" b="0" i="0" dirty="0">
                <a:solidFill>
                  <a:schemeClr val="bg1"/>
                </a:solidFill>
                <a:effectLst/>
                <a:latin typeface="Times New Roman" panose="02020603050405020304" pitchFamily="18" charset="0"/>
                <a:cs typeface="Times New Roman" panose="02020603050405020304" pitchFamily="18" charset="0"/>
              </a:rPr>
              <a:t>Yawning detection</a:t>
            </a:r>
          </a:p>
        </p:txBody>
      </p:sp>
      <p:sp>
        <p:nvSpPr>
          <p:cNvPr id="4" name="TextBox 3">
            <a:extLst>
              <a:ext uri="{FF2B5EF4-FFF2-40B4-BE49-F238E27FC236}">
                <a16:creationId xmlns:a16="http://schemas.microsoft.com/office/drawing/2014/main" id="{D89E5F4D-4C27-7C2C-D8A3-0B78102C6E47}"/>
              </a:ext>
            </a:extLst>
          </p:cNvPr>
          <p:cNvSpPr txBox="1"/>
          <p:nvPr/>
        </p:nvSpPr>
        <p:spPr>
          <a:xfrm>
            <a:off x="8703907" y="400050"/>
            <a:ext cx="3213812" cy="1200329"/>
          </a:xfrm>
          <a:prstGeom prst="rect">
            <a:avLst/>
          </a:prstGeom>
          <a:noFill/>
        </p:spPr>
        <p:txBody>
          <a:bodyPr wrap="square" rtlCol="0">
            <a:spAutoFit/>
          </a:bodyPr>
          <a:lstStyle/>
          <a:p>
            <a:pPr algn="r"/>
            <a:r>
              <a:rPr lang="ru-RU" dirty="0">
                <a:solidFill>
                  <a:schemeClr val="bg1"/>
                </a:solidFill>
                <a:latin typeface="Times New Roman" panose="02020603050405020304" pitchFamily="18" charset="0"/>
                <a:cs typeface="Times New Roman" panose="02020603050405020304" pitchFamily="18" charset="0"/>
              </a:rPr>
              <a:t>Выполнили:</a:t>
            </a:r>
            <a:br>
              <a:rPr lang="ru-RU" dirty="0">
                <a:solidFill>
                  <a:schemeClr val="bg1"/>
                </a:solidFill>
                <a:latin typeface="Times New Roman" panose="02020603050405020304" pitchFamily="18" charset="0"/>
                <a:cs typeface="Times New Roman" panose="02020603050405020304" pitchFamily="18" charset="0"/>
              </a:rPr>
            </a:br>
            <a:r>
              <a:rPr lang="ru-RU" dirty="0">
                <a:solidFill>
                  <a:schemeClr val="bg1"/>
                </a:solidFill>
                <a:latin typeface="Times New Roman" panose="02020603050405020304" pitchFamily="18" charset="0"/>
                <a:cs typeface="Times New Roman" panose="02020603050405020304" pitchFamily="18" charset="0"/>
              </a:rPr>
              <a:t>Данилюк Арсений</a:t>
            </a:r>
            <a:br>
              <a:rPr lang="ru-RU" dirty="0">
                <a:solidFill>
                  <a:schemeClr val="bg1"/>
                </a:solidFill>
                <a:latin typeface="Times New Roman" panose="02020603050405020304" pitchFamily="18" charset="0"/>
                <a:cs typeface="Times New Roman" panose="02020603050405020304" pitchFamily="18" charset="0"/>
              </a:rPr>
            </a:br>
            <a:r>
              <a:rPr lang="ru-RU" dirty="0">
                <a:solidFill>
                  <a:schemeClr val="bg1"/>
                </a:solidFill>
                <a:latin typeface="Times New Roman" panose="02020603050405020304" pitchFamily="18" charset="0"/>
                <a:cs typeface="Times New Roman" panose="02020603050405020304" pitchFamily="18" charset="0"/>
              </a:rPr>
              <a:t>Железнов Артем</a:t>
            </a:r>
            <a:br>
              <a:rPr lang="ru-RU" dirty="0">
                <a:solidFill>
                  <a:schemeClr val="bg1"/>
                </a:solidFill>
                <a:latin typeface="Times New Roman" panose="02020603050405020304" pitchFamily="18" charset="0"/>
                <a:cs typeface="Times New Roman" panose="02020603050405020304" pitchFamily="18" charset="0"/>
              </a:rPr>
            </a:br>
            <a:r>
              <a:rPr lang="ru-RU" dirty="0">
                <a:solidFill>
                  <a:schemeClr val="bg1"/>
                </a:solidFill>
                <a:latin typeface="Times New Roman" panose="02020603050405020304" pitchFamily="18" charset="0"/>
                <a:cs typeface="Times New Roman" panose="02020603050405020304" pitchFamily="18" charset="0"/>
              </a:rPr>
              <a:t> 6113-100503</a:t>
            </a:r>
            <a:r>
              <a:rPr lang="en-US" dirty="0">
                <a:solidFill>
                  <a:schemeClr val="bg1"/>
                </a:solidFill>
                <a:latin typeface="Times New Roman" panose="02020603050405020304" pitchFamily="18" charset="0"/>
                <a:cs typeface="Times New Roman" panose="02020603050405020304" pitchFamily="18" charset="0"/>
              </a:rPr>
              <a:t>D</a:t>
            </a:r>
            <a:endParaRPr lang="ru-RU"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8866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Объект 16">
            <a:extLst>
              <a:ext uri="{FF2B5EF4-FFF2-40B4-BE49-F238E27FC236}">
                <a16:creationId xmlns:a16="http://schemas.microsoft.com/office/drawing/2014/main" id="{E9AB5E3F-A348-D831-DE8A-842308E94A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2" name="Заголовок 1">
            <a:extLst>
              <a:ext uri="{FF2B5EF4-FFF2-40B4-BE49-F238E27FC236}">
                <a16:creationId xmlns:a16="http://schemas.microsoft.com/office/drawing/2014/main" id="{54125649-E7A9-F803-5AF4-17313C82D9F3}"/>
              </a:ext>
            </a:extLst>
          </p:cNvPr>
          <p:cNvSpPr>
            <a:spLocks noGrp="1"/>
          </p:cNvSpPr>
          <p:nvPr>
            <p:ph type="title"/>
          </p:nvPr>
        </p:nvSpPr>
        <p:spPr/>
        <p:txBody>
          <a:bodyPr>
            <a:normAutofit/>
          </a:bodyPr>
          <a:lstStyle/>
          <a:p>
            <a:pPr algn="ctr"/>
            <a:r>
              <a:rPr lang="en-US" dirty="0">
                <a:solidFill>
                  <a:schemeClr val="bg1"/>
                </a:solidFill>
                <a:latin typeface="Times New Roman" panose="02020603050405020304" pitchFamily="18" charset="0"/>
                <a:cs typeface="Times New Roman" panose="02020603050405020304" pitchFamily="18" charset="0"/>
              </a:rPr>
              <a:t>Contents</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4" name="Полилиния: фигура 3">
            <a:extLst>
              <a:ext uri="{FF2B5EF4-FFF2-40B4-BE49-F238E27FC236}">
                <a16:creationId xmlns:a16="http://schemas.microsoft.com/office/drawing/2014/main" id="{3C4FA310-8F6C-2A94-873A-CF7CB186649B}"/>
              </a:ext>
            </a:extLst>
          </p:cNvPr>
          <p:cNvSpPr/>
          <p:nvPr/>
        </p:nvSpPr>
        <p:spPr>
          <a:xfrm rot="5400000">
            <a:off x="-1503829" y="3203947"/>
            <a:ext cx="4000256" cy="463219"/>
          </a:xfrm>
          <a:custGeom>
            <a:avLst/>
            <a:gdLst>
              <a:gd name="connsiteX0" fmla="*/ 0 w 4150395"/>
              <a:gd name="connsiteY0" fmla="*/ 212057 h 427122"/>
              <a:gd name="connsiteX1" fmla="*/ 197435 w 4150395"/>
              <a:gd name="connsiteY1" fmla="*/ 0 h 427122"/>
              <a:gd name="connsiteX2" fmla="*/ 1029786 w 4150395"/>
              <a:gd name="connsiteY2" fmla="*/ 0 h 427122"/>
              <a:gd name="connsiteX3" fmla="*/ 1029795 w 4150395"/>
              <a:gd name="connsiteY3" fmla="*/ 1 h 427122"/>
              <a:gd name="connsiteX4" fmla="*/ 1808581 w 4150395"/>
              <a:gd name="connsiteY4" fmla="*/ 1 h 427122"/>
              <a:gd name="connsiteX5" fmla="*/ 1836344 w 4150395"/>
              <a:gd name="connsiteY5" fmla="*/ 3007 h 427122"/>
              <a:gd name="connsiteX6" fmla="*/ 2422191 w 4150395"/>
              <a:gd name="connsiteY6" fmla="*/ 3007 h 427122"/>
              <a:gd name="connsiteX7" fmla="*/ 2422200 w 4150395"/>
              <a:gd name="connsiteY7" fmla="*/ 3008 h 427122"/>
              <a:gd name="connsiteX8" fmla="*/ 3147344 w 4150395"/>
              <a:gd name="connsiteY8" fmla="*/ 3008 h 427122"/>
              <a:gd name="connsiteX9" fmla="*/ 3147353 w 4150395"/>
              <a:gd name="connsiteY9" fmla="*/ 3009 h 427122"/>
              <a:gd name="connsiteX10" fmla="*/ 3952960 w 4150395"/>
              <a:gd name="connsiteY10" fmla="*/ 3009 h 427122"/>
              <a:gd name="connsiteX11" fmla="*/ 4150395 w 4150395"/>
              <a:gd name="connsiteY11" fmla="*/ 215066 h 427122"/>
              <a:gd name="connsiteX12" fmla="*/ 3952960 w 4150395"/>
              <a:gd name="connsiteY12" fmla="*/ 427122 h 427122"/>
              <a:gd name="connsiteX13" fmla="*/ 3120609 w 4150395"/>
              <a:gd name="connsiteY13" fmla="*/ 427122 h 427122"/>
              <a:gd name="connsiteX14" fmla="*/ 3120600 w 4150395"/>
              <a:gd name="connsiteY14" fmla="*/ 427121 h 427122"/>
              <a:gd name="connsiteX15" fmla="*/ 2314993 w 4150395"/>
              <a:gd name="connsiteY15" fmla="*/ 427121 h 427122"/>
              <a:gd name="connsiteX16" fmla="*/ 2314984 w 4150395"/>
              <a:gd name="connsiteY16" fmla="*/ 427120 h 427122"/>
              <a:gd name="connsiteX17" fmla="*/ 1589840 w 4150395"/>
              <a:gd name="connsiteY17" fmla="*/ 427120 h 427122"/>
              <a:gd name="connsiteX18" fmla="*/ 1562078 w 4150395"/>
              <a:gd name="connsiteY18" fmla="*/ 424114 h 427122"/>
              <a:gd name="connsiteX19" fmla="*/ 976230 w 4150395"/>
              <a:gd name="connsiteY19" fmla="*/ 424114 h 427122"/>
              <a:gd name="connsiteX20" fmla="*/ 976221 w 4150395"/>
              <a:gd name="connsiteY20" fmla="*/ 424113 h 427122"/>
              <a:gd name="connsiteX21" fmla="*/ 197435 w 4150395"/>
              <a:gd name="connsiteY21" fmla="*/ 424113 h 427122"/>
              <a:gd name="connsiteX22" fmla="*/ 0 w 4150395"/>
              <a:gd name="connsiteY22" fmla="*/ 212057 h 42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50395" h="427122">
                <a:moveTo>
                  <a:pt x="0" y="212057"/>
                </a:moveTo>
                <a:cubicBezTo>
                  <a:pt x="0" y="94935"/>
                  <a:pt x="88406" y="0"/>
                  <a:pt x="197435" y="0"/>
                </a:cubicBezTo>
                <a:lnTo>
                  <a:pt x="1029786" y="0"/>
                </a:lnTo>
                <a:lnTo>
                  <a:pt x="1029795" y="1"/>
                </a:lnTo>
                <a:lnTo>
                  <a:pt x="1808581" y="1"/>
                </a:lnTo>
                <a:lnTo>
                  <a:pt x="1836344" y="3007"/>
                </a:lnTo>
                <a:lnTo>
                  <a:pt x="2422191" y="3007"/>
                </a:lnTo>
                <a:lnTo>
                  <a:pt x="2422200" y="3008"/>
                </a:lnTo>
                <a:lnTo>
                  <a:pt x="3147344" y="3008"/>
                </a:lnTo>
                <a:lnTo>
                  <a:pt x="3147353" y="3009"/>
                </a:lnTo>
                <a:lnTo>
                  <a:pt x="3952960" y="3009"/>
                </a:lnTo>
                <a:cubicBezTo>
                  <a:pt x="4061990" y="3009"/>
                  <a:pt x="4150395" y="97944"/>
                  <a:pt x="4150395" y="215066"/>
                </a:cubicBezTo>
                <a:cubicBezTo>
                  <a:pt x="4150395" y="332187"/>
                  <a:pt x="4061990" y="427122"/>
                  <a:pt x="3952960" y="427122"/>
                </a:cubicBezTo>
                <a:lnTo>
                  <a:pt x="3120609" y="427122"/>
                </a:lnTo>
                <a:lnTo>
                  <a:pt x="3120600" y="427121"/>
                </a:lnTo>
                <a:lnTo>
                  <a:pt x="2314993" y="427121"/>
                </a:lnTo>
                <a:lnTo>
                  <a:pt x="2314984" y="427120"/>
                </a:lnTo>
                <a:lnTo>
                  <a:pt x="1589840" y="427120"/>
                </a:lnTo>
                <a:lnTo>
                  <a:pt x="1562078" y="424114"/>
                </a:lnTo>
                <a:lnTo>
                  <a:pt x="976230" y="424114"/>
                </a:lnTo>
                <a:lnTo>
                  <a:pt x="976221" y="424113"/>
                </a:lnTo>
                <a:lnTo>
                  <a:pt x="197435" y="424113"/>
                </a:lnTo>
                <a:cubicBezTo>
                  <a:pt x="88406" y="424113"/>
                  <a:pt x="0" y="329178"/>
                  <a:pt x="0" y="212057"/>
                </a:cubicBezTo>
                <a:close/>
              </a:path>
            </a:pathLst>
          </a:custGeom>
          <a:solidFill>
            <a:srgbClr val="7366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dirty="0"/>
          </a:p>
        </p:txBody>
      </p:sp>
      <p:sp>
        <p:nvSpPr>
          <p:cNvPr id="5" name="Блок-схема: узел 4">
            <a:hlinkClick r:id="rId3" action="ppaction://hlinksldjump"/>
            <a:extLst>
              <a:ext uri="{FF2B5EF4-FFF2-40B4-BE49-F238E27FC236}">
                <a16:creationId xmlns:a16="http://schemas.microsoft.com/office/drawing/2014/main" id="{F8BC1CAF-EA76-0506-8DAB-9B9651CD2AE1}"/>
              </a:ext>
            </a:extLst>
          </p:cNvPr>
          <p:cNvSpPr/>
          <p:nvPr/>
        </p:nvSpPr>
        <p:spPr>
          <a:xfrm>
            <a:off x="299657" y="1490914"/>
            <a:ext cx="393283" cy="382083"/>
          </a:xfrm>
          <a:prstGeom prst="flowChartConnector">
            <a:avLst/>
          </a:prstGeom>
          <a:solidFill>
            <a:srgbClr val="FFC0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19" name="Рисунок 18" descr="Дом">
            <a:extLst>
              <a:ext uri="{FF2B5EF4-FFF2-40B4-BE49-F238E27FC236}">
                <a16:creationId xmlns:a16="http://schemas.microsoft.com/office/drawing/2014/main" id="{A0836026-E598-C720-125F-F9C79430D7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252" y="1477310"/>
            <a:ext cx="382083" cy="382083"/>
          </a:xfrm>
          <a:prstGeom prst="rect">
            <a:avLst/>
          </a:prstGeom>
        </p:spPr>
      </p:pic>
      <p:pic>
        <p:nvPicPr>
          <p:cNvPr id="23" name="Рисунок 22" descr="Глаза">
            <a:hlinkClick r:id="rId6" action="ppaction://hlinksldjump"/>
            <a:extLst>
              <a:ext uri="{FF2B5EF4-FFF2-40B4-BE49-F238E27FC236}">
                <a16:creationId xmlns:a16="http://schemas.microsoft.com/office/drawing/2014/main" id="{87C3529A-F6BD-DE46-22FD-85256E3337E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7852" y="2364859"/>
            <a:ext cx="383276" cy="383276"/>
          </a:xfrm>
          <a:prstGeom prst="rect">
            <a:avLst/>
          </a:prstGeom>
        </p:spPr>
      </p:pic>
      <p:pic>
        <p:nvPicPr>
          <p:cNvPr id="25" name="Рисунок 24" descr="Губы">
            <a:hlinkClick r:id="rId9" action="ppaction://hlinksldjump"/>
            <a:extLst>
              <a:ext uri="{FF2B5EF4-FFF2-40B4-BE49-F238E27FC236}">
                <a16:creationId xmlns:a16="http://schemas.microsoft.com/office/drawing/2014/main" id="{48C05882-6106-C48E-31D7-AAEE4D3A69C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9653" y="2810423"/>
            <a:ext cx="393032" cy="393032"/>
          </a:xfrm>
          <a:prstGeom prst="rect">
            <a:avLst/>
          </a:prstGeom>
        </p:spPr>
      </p:pic>
      <p:pic>
        <p:nvPicPr>
          <p:cNvPr id="29" name="Рисунок 28" descr="Смартфон">
            <a:hlinkClick r:id="rId12" action="ppaction://hlinksldjump"/>
            <a:extLst>
              <a:ext uri="{FF2B5EF4-FFF2-40B4-BE49-F238E27FC236}">
                <a16:creationId xmlns:a16="http://schemas.microsoft.com/office/drawing/2014/main" id="{0330E611-8A00-372A-42A5-C170CCB0E7C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29972" y="3709474"/>
            <a:ext cx="320651" cy="320651"/>
          </a:xfrm>
          <a:prstGeom prst="rect">
            <a:avLst/>
          </a:prstGeom>
        </p:spPr>
      </p:pic>
      <p:pic>
        <p:nvPicPr>
          <p:cNvPr id="31" name="Рисунок 30" descr="Пользователи">
            <a:hlinkClick r:id="rId15" action="ppaction://hlinksldjump"/>
            <a:extLst>
              <a:ext uri="{FF2B5EF4-FFF2-40B4-BE49-F238E27FC236}">
                <a16:creationId xmlns:a16="http://schemas.microsoft.com/office/drawing/2014/main" id="{08E07690-6384-0C3B-DAF1-2D7E633EB21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14613" y="4137327"/>
            <a:ext cx="351368" cy="351368"/>
          </a:xfrm>
          <a:prstGeom prst="rect">
            <a:avLst/>
          </a:prstGeom>
        </p:spPr>
      </p:pic>
      <p:pic>
        <p:nvPicPr>
          <p:cNvPr id="37" name="Рисунок 36" descr="Пользователь">
            <a:hlinkClick r:id="rId18" action="ppaction://hlinksldjump"/>
            <a:extLst>
              <a:ext uri="{FF2B5EF4-FFF2-40B4-BE49-F238E27FC236}">
                <a16:creationId xmlns:a16="http://schemas.microsoft.com/office/drawing/2014/main" id="{D497C6F2-8E12-F5D1-FEA7-094EC16C55A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99909" y="3239396"/>
            <a:ext cx="373139" cy="373139"/>
          </a:xfrm>
          <a:prstGeom prst="rect">
            <a:avLst/>
          </a:prstGeom>
        </p:spPr>
      </p:pic>
      <p:sp>
        <p:nvSpPr>
          <p:cNvPr id="9" name="TextBox 8">
            <a:extLst>
              <a:ext uri="{FF2B5EF4-FFF2-40B4-BE49-F238E27FC236}">
                <a16:creationId xmlns:a16="http://schemas.microsoft.com/office/drawing/2014/main" id="{A3457769-7EA7-58DF-5F8E-72E05C19E9A9}"/>
              </a:ext>
            </a:extLst>
          </p:cNvPr>
          <p:cNvSpPr txBox="1"/>
          <p:nvPr/>
        </p:nvSpPr>
        <p:spPr>
          <a:xfrm>
            <a:off x="835269" y="1758462"/>
            <a:ext cx="10541977" cy="2862322"/>
          </a:xfrm>
          <a:prstGeom prst="rect">
            <a:avLst/>
          </a:prstGeom>
          <a:noFill/>
        </p:spPr>
        <p:txBody>
          <a:bodyPr wrap="square" rtlCol="0">
            <a:spAutoFit/>
          </a:bodyPr>
          <a:lstStyle/>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hlinkClick r:id="rId21" action="ppaction://hlinksldjump">
                  <a:extLst>
                    <a:ext uri="{A12FA001-AC4F-418D-AE19-62706E023703}">
                      <ahyp:hlinkClr xmlns:ahyp="http://schemas.microsoft.com/office/drawing/2018/hyperlinkcolor" val="tx"/>
                    </a:ext>
                  </a:extLst>
                </a:hlinkClick>
              </a:rPr>
              <a:t>Introduction</a:t>
            </a:r>
            <a:endParaRPr lang="en-US" dirty="0">
              <a:solidFill>
                <a:schemeClr val="bg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 Methods</a:t>
            </a:r>
          </a:p>
          <a:p>
            <a:pPr marL="800100" lvl="1" indent="-342900">
              <a:buFont typeface="+mj-lt"/>
              <a:buAutoNum type="alphaLcParenR"/>
            </a:pPr>
            <a:r>
              <a:rPr lang="en-US" dirty="0">
                <a:solidFill>
                  <a:schemeClr val="bg1"/>
                </a:solidFill>
                <a:latin typeface="Times New Roman" panose="02020603050405020304" pitchFamily="18" charset="0"/>
                <a:cs typeface="Times New Roman" panose="02020603050405020304" pitchFamily="18" charset="0"/>
                <a:hlinkClick r:id="rId6" action="ppaction://hlinksldjump">
                  <a:extLst>
                    <a:ext uri="{A12FA001-AC4F-418D-AE19-62706E023703}">
                      <ahyp:hlinkClr xmlns:ahyp="http://schemas.microsoft.com/office/drawing/2018/hyperlinkcolor" val="tx"/>
                    </a:ext>
                  </a:extLst>
                </a:hlinkClick>
              </a:rPr>
              <a:t>Eye detection</a:t>
            </a:r>
            <a:endParaRPr lang="en-US" dirty="0">
              <a:solidFill>
                <a:schemeClr val="bg1"/>
              </a:solidFill>
              <a:latin typeface="Times New Roman" panose="02020603050405020304" pitchFamily="18" charset="0"/>
              <a:cs typeface="Times New Roman" panose="02020603050405020304" pitchFamily="18" charset="0"/>
            </a:endParaRPr>
          </a:p>
          <a:p>
            <a:pPr marL="800100" lvl="1" indent="-342900">
              <a:buFont typeface="+mj-lt"/>
              <a:buAutoNum type="alphaLcParenR"/>
            </a:pPr>
            <a:r>
              <a:rPr lang="en-US" dirty="0">
                <a:solidFill>
                  <a:schemeClr val="bg1"/>
                </a:solidFill>
                <a:latin typeface="Times New Roman" panose="02020603050405020304" pitchFamily="18" charset="0"/>
                <a:cs typeface="Times New Roman" panose="02020603050405020304" pitchFamily="18" charset="0"/>
                <a:hlinkClick r:id="rId9" action="ppaction://hlinksldjump">
                  <a:extLst>
                    <a:ext uri="{A12FA001-AC4F-418D-AE19-62706E023703}">
                      <ahyp:hlinkClr xmlns:ahyp="http://schemas.microsoft.com/office/drawing/2018/hyperlinkcolor" val="tx"/>
                    </a:ext>
                  </a:extLst>
                </a:hlinkClick>
              </a:rPr>
              <a:t>Mouth movement</a:t>
            </a:r>
            <a:endParaRPr lang="en-US" dirty="0">
              <a:solidFill>
                <a:schemeClr val="bg1"/>
              </a:solidFill>
              <a:latin typeface="Times New Roman" panose="02020603050405020304" pitchFamily="18" charset="0"/>
              <a:cs typeface="Times New Roman" panose="02020603050405020304" pitchFamily="18" charset="0"/>
            </a:endParaRPr>
          </a:p>
          <a:p>
            <a:pPr marL="800100" lvl="1" indent="-342900">
              <a:buFont typeface="+mj-lt"/>
              <a:buAutoNum type="alphaLcParenR"/>
            </a:pPr>
            <a:r>
              <a:rPr lang="en-US" dirty="0">
                <a:solidFill>
                  <a:schemeClr val="bg1"/>
                </a:solidFill>
                <a:latin typeface="Times New Roman" panose="02020603050405020304" pitchFamily="18" charset="0"/>
                <a:cs typeface="Times New Roman" panose="02020603050405020304" pitchFamily="18" charset="0"/>
                <a:hlinkClick r:id="rId18" action="ppaction://hlinksldjump">
                  <a:extLst>
                    <a:ext uri="{A12FA001-AC4F-418D-AE19-62706E023703}">
                      <ahyp:hlinkClr xmlns:ahyp="http://schemas.microsoft.com/office/drawing/2018/hyperlinkcolor" val="tx"/>
                    </a:ext>
                  </a:extLst>
                </a:hlinkClick>
              </a:rPr>
              <a:t>Head position detection</a:t>
            </a:r>
            <a:endParaRPr lang="en-US" dirty="0">
              <a:solidFill>
                <a:schemeClr val="bg1"/>
              </a:solidFill>
              <a:latin typeface="Times New Roman" panose="02020603050405020304" pitchFamily="18" charset="0"/>
              <a:cs typeface="Times New Roman" panose="02020603050405020304" pitchFamily="18" charset="0"/>
            </a:endParaRPr>
          </a:p>
          <a:p>
            <a:pPr marL="800100" lvl="1" indent="-342900">
              <a:buFont typeface="+mj-lt"/>
              <a:buAutoNum type="alphaLcParenR"/>
            </a:pPr>
            <a:r>
              <a:rPr lang="en-US" dirty="0">
                <a:solidFill>
                  <a:schemeClr val="bg1"/>
                </a:solidFill>
                <a:latin typeface="Times New Roman" panose="02020603050405020304" pitchFamily="18" charset="0"/>
                <a:cs typeface="Times New Roman" panose="02020603050405020304" pitchFamily="18" charset="0"/>
                <a:hlinkClick r:id="rId12" action="ppaction://hlinksldjump">
                  <a:extLst>
                    <a:ext uri="{A12FA001-AC4F-418D-AE19-62706E023703}">
                      <ahyp:hlinkClr xmlns:ahyp="http://schemas.microsoft.com/office/drawing/2018/hyperlinkcolor" val="tx"/>
                    </a:ext>
                  </a:extLst>
                </a:hlinkClick>
              </a:rPr>
              <a:t>Hands detection</a:t>
            </a:r>
            <a:endParaRPr lang="en-US" dirty="0">
              <a:solidFill>
                <a:schemeClr val="bg1"/>
              </a:solidFill>
              <a:latin typeface="Times New Roman" panose="02020603050405020304" pitchFamily="18" charset="0"/>
              <a:cs typeface="Times New Roman" panose="02020603050405020304" pitchFamily="18" charset="0"/>
            </a:endParaRPr>
          </a:p>
          <a:p>
            <a:pPr marL="800100" lvl="1" indent="-342900">
              <a:buFont typeface="+mj-lt"/>
              <a:buAutoNum type="alphaLcParenR"/>
            </a:pPr>
            <a:r>
              <a:rPr lang="en-US" dirty="0">
                <a:solidFill>
                  <a:schemeClr val="bg1"/>
                </a:solidFill>
                <a:latin typeface="Times New Roman" panose="02020603050405020304" pitchFamily="18" charset="0"/>
                <a:cs typeface="Times New Roman" panose="02020603050405020304" pitchFamily="18" charset="0"/>
                <a:hlinkClick r:id="rId15" action="ppaction://hlinksldjump">
                  <a:extLst>
                    <a:ext uri="{A12FA001-AC4F-418D-AE19-62706E023703}">
                      <ahyp:hlinkClr xmlns:ahyp="http://schemas.microsoft.com/office/drawing/2018/hyperlinkcolor" val="tx"/>
                    </a:ext>
                  </a:extLst>
                </a:hlinkClick>
              </a:rPr>
              <a:t>Communications</a:t>
            </a:r>
            <a:endParaRPr lang="en-US" dirty="0">
              <a:solidFill>
                <a:schemeClr val="bg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hlinkClick r:id="rId22" action="ppaction://hlinksldjump">
                  <a:extLst>
                    <a:ext uri="{A12FA001-AC4F-418D-AE19-62706E023703}">
                      <ahyp:hlinkClr xmlns:ahyp="http://schemas.microsoft.com/office/drawing/2018/hyperlinkcolor" val="tx"/>
                    </a:ext>
                  </a:extLst>
                </a:hlinkClick>
              </a:rPr>
              <a:t>Results</a:t>
            </a:r>
            <a:endParaRPr lang="en-US" dirty="0">
              <a:solidFill>
                <a:schemeClr val="bg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hlinkClick r:id="rId23" action="ppaction://hlinksldjump">
                  <a:extLst>
                    <a:ext uri="{A12FA001-AC4F-418D-AE19-62706E023703}">
                      <ahyp:hlinkClr xmlns:ahyp="http://schemas.microsoft.com/office/drawing/2018/hyperlinkcolor" val="tx"/>
                    </a:ext>
                  </a:extLst>
                </a:hlinkClick>
              </a:rPr>
              <a:t>Conclusions</a:t>
            </a:r>
            <a:endParaRPr lang="en-US" dirty="0">
              <a:solidFill>
                <a:schemeClr val="bg1"/>
              </a:solidFill>
              <a:latin typeface="Times New Roman" panose="02020603050405020304" pitchFamily="18" charset="0"/>
              <a:cs typeface="Times New Roman" panose="02020603050405020304" pitchFamily="18" charset="0"/>
            </a:endParaRPr>
          </a:p>
          <a:p>
            <a:pPr marL="342900" indent="-342900">
              <a:buFont typeface="+mj-lt"/>
              <a:buAutoNum type="arabicPeriod"/>
            </a:pPr>
            <a:endParaRPr lang="ru-RU" dirty="0">
              <a:solidFill>
                <a:schemeClr val="bg1"/>
              </a:solidFill>
            </a:endParaRPr>
          </a:p>
        </p:txBody>
      </p:sp>
      <p:pic>
        <p:nvPicPr>
          <p:cNvPr id="10" name="Рисунок 9" descr="Резиновый утенок">
            <a:hlinkClick r:id="rId23" action="ppaction://hlinksldjump"/>
            <a:extLst>
              <a:ext uri="{FF2B5EF4-FFF2-40B4-BE49-F238E27FC236}">
                <a16:creationId xmlns:a16="http://schemas.microsoft.com/office/drawing/2014/main" id="{4A8DFFF2-94C9-1A5A-3044-299D678A239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7459" y="5001181"/>
            <a:ext cx="357420" cy="357420"/>
          </a:xfrm>
          <a:prstGeom prst="rect">
            <a:avLst/>
          </a:prstGeom>
        </p:spPr>
      </p:pic>
      <p:pic>
        <p:nvPicPr>
          <p:cNvPr id="11" name="Рисунок 10" descr="Газета">
            <a:hlinkClick r:id="rId21" action="ppaction://hlinksldjump"/>
            <a:extLst>
              <a:ext uri="{FF2B5EF4-FFF2-40B4-BE49-F238E27FC236}">
                <a16:creationId xmlns:a16="http://schemas.microsoft.com/office/drawing/2014/main" id="{9119E46F-47FC-8097-025E-995715D9202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13952" y="1946998"/>
            <a:ext cx="345051" cy="345051"/>
          </a:xfrm>
          <a:prstGeom prst="rect">
            <a:avLst/>
          </a:prstGeom>
        </p:spPr>
      </p:pic>
      <p:pic>
        <p:nvPicPr>
          <p:cNvPr id="12" name="Рисунок 11" descr="Документ">
            <a:hlinkClick r:id="rId22" action="ppaction://hlinksldjump"/>
            <a:extLst>
              <a:ext uri="{FF2B5EF4-FFF2-40B4-BE49-F238E27FC236}">
                <a16:creationId xmlns:a16="http://schemas.microsoft.com/office/drawing/2014/main" id="{941FDC07-4E37-1ED9-708C-6BB6800D06E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972" y="4567375"/>
            <a:ext cx="346000" cy="346000"/>
          </a:xfrm>
          <a:prstGeom prst="rect">
            <a:avLst/>
          </a:prstGeom>
        </p:spPr>
      </p:pic>
    </p:spTree>
    <p:extLst>
      <p:ext uri="{BB962C8B-B14F-4D97-AF65-F5344CB8AC3E}">
        <p14:creationId xmlns:p14="http://schemas.microsoft.com/office/powerpoint/2010/main" val="2822233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Объект 16">
            <a:extLst>
              <a:ext uri="{FF2B5EF4-FFF2-40B4-BE49-F238E27FC236}">
                <a16:creationId xmlns:a16="http://schemas.microsoft.com/office/drawing/2014/main" id="{E9AB5E3F-A348-D831-DE8A-842308E94AE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54551" t="30536" r="14499" b="38514"/>
          <a:stretch/>
        </p:blipFill>
        <p:spPr>
          <a:xfrm>
            <a:off x="0" y="0"/>
            <a:ext cx="12192000" cy="6858000"/>
          </a:xfrm>
        </p:spPr>
      </p:pic>
      <p:sp>
        <p:nvSpPr>
          <p:cNvPr id="2" name="Заголовок 1">
            <a:extLst>
              <a:ext uri="{FF2B5EF4-FFF2-40B4-BE49-F238E27FC236}">
                <a16:creationId xmlns:a16="http://schemas.microsoft.com/office/drawing/2014/main" id="{54125649-E7A9-F803-5AF4-17313C82D9F3}"/>
              </a:ext>
            </a:extLst>
          </p:cNvPr>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Introduction</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4" name="Полилиния: фигура 3">
            <a:extLst>
              <a:ext uri="{FF2B5EF4-FFF2-40B4-BE49-F238E27FC236}">
                <a16:creationId xmlns:a16="http://schemas.microsoft.com/office/drawing/2014/main" id="{3C4FA310-8F6C-2A94-873A-CF7CB186649B}"/>
              </a:ext>
            </a:extLst>
          </p:cNvPr>
          <p:cNvSpPr/>
          <p:nvPr/>
        </p:nvSpPr>
        <p:spPr>
          <a:xfrm rot="5400000">
            <a:off x="-1503829" y="3203947"/>
            <a:ext cx="4000256" cy="463219"/>
          </a:xfrm>
          <a:custGeom>
            <a:avLst/>
            <a:gdLst>
              <a:gd name="connsiteX0" fmla="*/ 0 w 4150395"/>
              <a:gd name="connsiteY0" fmla="*/ 212057 h 427122"/>
              <a:gd name="connsiteX1" fmla="*/ 197435 w 4150395"/>
              <a:gd name="connsiteY1" fmla="*/ 0 h 427122"/>
              <a:gd name="connsiteX2" fmla="*/ 1029786 w 4150395"/>
              <a:gd name="connsiteY2" fmla="*/ 0 h 427122"/>
              <a:gd name="connsiteX3" fmla="*/ 1029795 w 4150395"/>
              <a:gd name="connsiteY3" fmla="*/ 1 h 427122"/>
              <a:gd name="connsiteX4" fmla="*/ 1808581 w 4150395"/>
              <a:gd name="connsiteY4" fmla="*/ 1 h 427122"/>
              <a:gd name="connsiteX5" fmla="*/ 1836344 w 4150395"/>
              <a:gd name="connsiteY5" fmla="*/ 3007 h 427122"/>
              <a:gd name="connsiteX6" fmla="*/ 2422191 w 4150395"/>
              <a:gd name="connsiteY6" fmla="*/ 3007 h 427122"/>
              <a:gd name="connsiteX7" fmla="*/ 2422200 w 4150395"/>
              <a:gd name="connsiteY7" fmla="*/ 3008 h 427122"/>
              <a:gd name="connsiteX8" fmla="*/ 3147344 w 4150395"/>
              <a:gd name="connsiteY8" fmla="*/ 3008 h 427122"/>
              <a:gd name="connsiteX9" fmla="*/ 3147353 w 4150395"/>
              <a:gd name="connsiteY9" fmla="*/ 3009 h 427122"/>
              <a:gd name="connsiteX10" fmla="*/ 3952960 w 4150395"/>
              <a:gd name="connsiteY10" fmla="*/ 3009 h 427122"/>
              <a:gd name="connsiteX11" fmla="*/ 4150395 w 4150395"/>
              <a:gd name="connsiteY11" fmla="*/ 215066 h 427122"/>
              <a:gd name="connsiteX12" fmla="*/ 3952960 w 4150395"/>
              <a:gd name="connsiteY12" fmla="*/ 427122 h 427122"/>
              <a:gd name="connsiteX13" fmla="*/ 3120609 w 4150395"/>
              <a:gd name="connsiteY13" fmla="*/ 427122 h 427122"/>
              <a:gd name="connsiteX14" fmla="*/ 3120600 w 4150395"/>
              <a:gd name="connsiteY14" fmla="*/ 427121 h 427122"/>
              <a:gd name="connsiteX15" fmla="*/ 2314993 w 4150395"/>
              <a:gd name="connsiteY15" fmla="*/ 427121 h 427122"/>
              <a:gd name="connsiteX16" fmla="*/ 2314984 w 4150395"/>
              <a:gd name="connsiteY16" fmla="*/ 427120 h 427122"/>
              <a:gd name="connsiteX17" fmla="*/ 1589840 w 4150395"/>
              <a:gd name="connsiteY17" fmla="*/ 427120 h 427122"/>
              <a:gd name="connsiteX18" fmla="*/ 1562078 w 4150395"/>
              <a:gd name="connsiteY18" fmla="*/ 424114 h 427122"/>
              <a:gd name="connsiteX19" fmla="*/ 976230 w 4150395"/>
              <a:gd name="connsiteY19" fmla="*/ 424114 h 427122"/>
              <a:gd name="connsiteX20" fmla="*/ 976221 w 4150395"/>
              <a:gd name="connsiteY20" fmla="*/ 424113 h 427122"/>
              <a:gd name="connsiteX21" fmla="*/ 197435 w 4150395"/>
              <a:gd name="connsiteY21" fmla="*/ 424113 h 427122"/>
              <a:gd name="connsiteX22" fmla="*/ 0 w 4150395"/>
              <a:gd name="connsiteY22" fmla="*/ 212057 h 42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50395" h="427122">
                <a:moveTo>
                  <a:pt x="0" y="212057"/>
                </a:moveTo>
                <a:cubicBezTo>
                  <a:pt x="0" y="94935"/>
                  <a:pt x="88406" y="0"/>
                  <a:pt x="197435" y="0"/>
                </a:cubicBezTo>
                <a:lnTo>
                  <a:pt x="1029786" y="0"/>
                </a:lnTo>
                <a:lnTo>
                  <a:pt x="1029795" y="1"/>
                </a:lnTo>
                <a:lnTo>
                  <a:pt x="1808581" y="1"/>
                </a:lnTo>
                <a:lnTo>
                  <a:pt x="1836344" y="3007"/>
                </a:lnTo>
                <a:lnTo>
                  <a:pt x="2422191" y="3007"/>
                </a:lnTo>
                <a:lnTo>
                  <a:pt x="2422200" y="3008"/>
                </a:lnTo>
                <a:lnTo>
                  <a:pt x="3147344" y="3008"/>
                </a:lnTo>
                <a:lnTo>
                  <a:pt x="3147353" y="3009"/>
                </a:lnTo>
                <a:lnTo>
                  <a:pt x="3952960" y="3009"/>
                </a:lnTo>
                <a:cubicBezTo>
                  <a:pt x="4061990" y="3009"/>
                  <a:pt x="4150395" y="97944"/>
                  <a:pt x="4150395" y="215066"/>
                </a:cubicBezTo>
                <a:cubicBezTo>
                  <a:pt x="4150395" y="332187"/>
                  <a:pt x="4061990" y="427122"/>
                  <a:pt x="3952960" y="427122"/>
                </a:cubicBezTo>
                <a:lnTo>
                  <a:pt x="3120609" y="427122"/>
                </a:lnTo>
                <a:lnTo>
                  <a:pt x="3120600" y="427121"/>
                </a:lnTo>
                <a:lnTo>
                  <a:pt x="2314993" y="427121"/>
                </a:lnTo>
                <a:lnTo>
                  <a:pt x="2314984" y="427120"/>
                </a:lnTo>
                <a:lnTo>
                  <a:pt x="1589840" y="427120"/>
                </a:lnTo>
                <a:lnTo>
                  <a:pt x="1562078" y="424114"/>
                </a:lnTo>
                <a:lnTo>
                  <a:pt x="976230" y="424114"/>
                </a:lnTo>
                <a:lnTo>
                  <a:pt x="976221" y="424113"/>
                </a:lnTo>
                <a:lnTo>
                  <a:pt x="197435" y="424113"/>
                </a:lnTo>
                <a:cubicBezTo>
                  <a:pt x="88406" y="424113"/>
                  <a:pt x="0" y="329178"/>
                  <a:pt x="0" y="212057"/>
                </a:cubicBezTo>
                <a:close/>
              </a:path>
            </a:pathLst>
          </a:custGeom>
          <a:solidFill>
            <a:srgbClr val="7366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dirty="0"/>
          </a:p>
        </p:txBody>
      </p:sp>
      <p:sp>
        <p:nvSpPr>
          <p:cNvPr id="6" name="Блок-схема: узел 5">
            <a:extLst>
              <a:ext uri="{FF2B5EF4-FFF2-40B4-BE49-F238E27FC236}">
                <a16:creationId xmlns:a16="http://schemas.microsoft.com/office/drawing/2014/main" id="{671B3F33-2B96-085B-59BE-C049F0ADB06A}"/>
              </a:ext>
            </a:extLst>
          </p:cNvPr>
          <p:cNvSpPr/>
          <p:nvPr/>
        </p:nvSpPr>
        <p:spPr>
          <a:xfrm>
            <a:off x="299656" y="1928483"/>
            <a:ext cx="393283" cy="382083"/>
          </a:xfrm>
          <a:prstGeom prst="flowChartConnector">
            <a:avLst/>
          </a:prstGeom>
          <a:solidFill>
            <a:srgbClr val="FFC0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9" name="Рисунок 18" descr="Дом">
            <a:hlinkClick r:id="rId3" action="ppaction://hlinksldjump"/>
            <a:extLst>
              <a:ext uri="{FF2B5EF4-FFF2-40B4-BE49-F238E27FC236}">
                <a16:creationId xmlns:a16="http://schemas.microsoft.com/office/drawing/2014/main" id="{A0836026-E598-C720-125F-F9C79430D7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252" y="1460727"/>
            <a:ext cx="382083" cy="382083"/>
          </a:xfrm>
          <a:prstGeom prst="rect">
            <a:avLst/>
          </a:prstGeom>
        </p:spPr>
      </p:pic>
      <p:pic>
        <p:nvPicPr>
          <p:cNvPr id="23" name="Рисунок 22" descr="Глаза">
            <a:hlinkClick r:id="rId6" action="ppaction://hlinksldjump"/>
            <a:extLst>
              <a:ext uri="{FF2B5EF4-FFF2-40B4-BE49-F238E27FC236}">
                <a16:creationId xmlns:a16="http://schemas.microsoft.com/office/drawing/2014/main" id="{87C3529A-F6BD-DE46-22FD-85256E3337E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7852" y="2364859"/>
            <a:ext cx="383276" cy="383276"/>
          </a:xfrm>
          <a:prstGeom prst="rect">
            <a:avLst/>
          </a:prstGeom>
        </p:spPr>
      </p:pic>
      <p:pic>
        <p:nvPicPr>
          <p:cNvPr id="25" name="Рисунок 24" descr="Губы">
            <a:hlinkClick r:id="rId9" action="ppaction://hlinksldjump"/>
            <a:extLst>
              <a:ext uri="{FF2B5EF4-FFF2-40B4-BE49-F238E27FC236}">
                <a16:creationId xmlns:a16="http://schemas.microsoft.com/office/drawing/2014/main" id="{48C05882-6106-C48E-31D7-AAEE4D3A69C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9653" y="2810423"/>
            <a:ext cx="393032" cy="393032"/>
          </a:xfrm>
          <a:prstGeom prst="rect">
            <a:avLst/>
          </a:prstGeom>
        </p:spPr>
      </p:pic>
      <p:pic>
        <p:nvPicPr>
          <p:cNvPr id="29" name="Рисунок 28" descr="Смартфон">
            <a:hlinkClick r:id="rId12" action="ppaction://hlinksldjump"/>
            <a:extLst>
              <a:ext uri="{FF2B5EF4-FFF2-40B4-BE49-F238E27FC236}">
                <a16:creationId xmlns:a16="http://schemas.microsoft.com/office/drawing/2014/main" id="{0330E611-8A00-372A-42A5-C170CCB0E7C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29972" y="3709474"/>
            <a:ext cx="320651" cy="320651"/>
          </a:xfrm>
          <a:prstGeom prst="rect">
            <a:avLst/>
          </a:prstGeom>
        </p:spPr>
      </p:pic>
      <p:pic>
        <p:nvPicPr>
          <p:cNvPr id="31" name="Рисунок 30" descr="Пользователи">
            <a:hlinkClick r:id="rId15" action="ppaction://hlinksldjump"/>
            <a:extLst>
              <a:ext uri="{FF2B5EF4-FFF2-40B4-BE49-F238E27FC236}">
                <a16:creationId xmlns:a16="http://schemas.microsoft.com/office/drawing/2014/main" id="{08E07690-6384-0C3B-DAF1-2D7E633EB21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14613" y="4137327"/>
            <a:ext cx="351368" cy="351368"/>
          </a:xfrm>
          <a:prstGeom prst="rect">
            <a:avLst/>
          </a:prstGeom>
        </p:spPr>
      </p:pic>
      <p:pic>
        <p:nvPicPr>
          <p:cNvPr id="37" name="Рисунок 36" descr="Пользователь">
            <a:hlinkClick r:id="rId18" action="ppaction://hlinksldjump"/>
            <a:extLst>
              <a:ext uri="{FF2B5EF4-FFF2-40B4-BE49-F238E27FC236}">
                <a16:creationId xmlns:a16="http://schemas.microsoft.com/office/drawing/2014/main" id="{D497C6F2-8E12-F5D1-FEA7-094EC16C55A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99909" y="3239396"/>
            <a:ext cx="373139" cy="373139"/>
          </a:xfrm>
          <a:prstGeom prst="rect">
            <a:avLst/>
          </a:prstGeom>
        </p:spPr>
      </p:pic>
      <p:sp>
        <p:nvSpPr>
          <p:cNvPr id="5" name="TextBox 4">
            <a:extLst>
              <a:ext uri="{FF2B5EF4-FFF2-40B4-BE49-F238E27FC236}">
                <a16:creationId xmlns:a16="http://schemas.microsoft.com/office/drawing/2014/main" id="{28179F5B-A8D0-E408-1ED5-E1D32317D897}"/>
              </a:ext>
            </a:extLst>
          </p:cNvPr>
          <p:cNvSpPr txBox="1"/>
          <p:nvPr/>
        </p:nvSpPr>
        <p:spPr>
          <a:xfrm>
            <a:off x="838200" y="1690688"/>
            <a:ext cx="10515600" cy="1200329"/>
          </a:xfrm>
          <a:prstGeom prst="rect">
            <a:avLst/>
          </a:prstGeom>
          <a:noFill/>
        </p:spPr>
        <p:txBody>
          <a:bodyPr wrap="square" rtlCol="0">
            <a:spAutoFit/>
          </a:bodyPr>
          <a:lstStyle/>
          <a:p>
            <a:pPr marL="0" algn="just" rtl="0" eaLnBrk="1" latinLnBrk="0" hangingPunct="1">
              <a:spcBef>
                <a:spcPts val="0"/>
              </a:spcBef>
              <a:spcAft>
                <a:spcPts val="0"/>
              </a:spcAft>
            </a:pPr>
            <a:r>
              <a:rPr lang="en-US" sz="24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In this presentation, we will discuss modern methods of detecting yawning and analyze their effectiveness. Additionally, a solution will be proposed to improve these methods for greater efficiency.</a:t>
            </a:r>
          </a:p>
        </p:txBody>
      </p:sp>
      <p:pic>
        <p:nvPicPr>
          <p:cNvPr id="3" name="Рисунок 2" descr="Резиновый утенок">
            <a:hlinkClick r:id="rId21" action="ppaction://hlinksldjump"/>
            <a:extLst>
              <a:ext uri="{FF2B5EF4-FFF2-40B4-BE49-F238E27FC236}">
                <a16:creationId xmlns:a16="http://schemas.microsoft.com/office/drawing/2014/main" id="{6BC2CE11-B0C0-63A9-BAFA-5879ED12470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7459" y="5001181"/>
            <a:ext cx="357420" cy="357420"/>
          </a:xfrm>
          <a:prstGeom prst="rect">
            <a:avLst/>
          </a:prstGeom>
        </p:spPr>
      </p:pic>
      <p:pic>
        <p:nvPicPr>
          <p:cNvPr id="10" name="Рисунок 9" descr="Газета">
            <a:hlinkClick r:id="rId24" action="ppaction://hlinksldjump"/>
            <a:extLst>
              <a:ext uri="{FF2B5EF4-FFF2-40B4-BE49-F238E27FC236}">
                <a16:creationId xmlns:a16="http://schemas.microsoft.com/office/drawing/2014/main" id="{E436118A-9713-E461-6A8E-526E01524B7D}"/>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13952" y="1946998"/>
            <a:ext cx="345051" cy="345051"/>
          </a:xfrm>
          <a:prstGeom prst="rect">
            <a:avLst/>
          </a:prstGeom>
        </p:spPr>
      </p:pic>
      <p:pic>
        <p:nvPicPr>
          <p:cNvPr id="11" name="Рисунок 10" descr="Документ">
            <a:hlinkClick r:id="rId27" action="ppaction://hlinksldjump"/>
            <a:extLst>
              <a:ext uri="{FF2B5EF4-FFF2-40B4-BE49-F238E27FC236}">
                <a16:creationId xmlns:a16="http://schemas.microsoft.com/office/drawing/2014/main" id="{8FF2C337-D13A-620C-CBB4-030B0CF7A53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972" y="4567375"/>
            <a:ext cx="346000" cy="346000"/>
          </a:xfrm>
          <a:prstGeom prst="rect">
            <a:avLst/>
          </a:prstGeom>
        </p:spPr>
      </p:pic>
    </p:spTree>
    <p:extLst>
      <p:ext uri="{BB962C8B-B14F-4D97-AF65-F5344CB8AC3E}">
        <p14:creationId xmlns:p14="http://schemas.microsoft.com/office/powerpoint/2010/main" val="2018413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Объект 16">
            <a:hlinkClick r:id="rId2" action="ppaction://hlinksldjump"/>
            <a:extLst>
              <a:ext uri="{FF2B5EF4-FFF2-40B4-BE49-F238E27FC236}">
                <a16:creationId xmlns:a16="http://schemas.microsoft.com/office/drawing/2014/main" id="{E9AB5E3F-A348-D831-DE8A-842308E94AE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29346" t="17731" r="59018" b="70634"/>
          <a:stretch/>
        </p:blipFill>
        <p:spPr>
          <a:xfrm>
            <a:off x="0" y="0"/>
            <a:ext cx="12192000" cy="6858000"/>
          </a:xfrm>
        </p:spPr>
      </p:pic>
      <p:sp>
        <p:nvSpPr>
          <p:cNvPr id="2" name="Заголовок 1">
            <a:extLst>
              <a:ext uri="{FF2B5EF4-FFF2-40B4-BE49-F238E27FC236}">
                <a16:creationId xmlns:a16="http://schemas.microsoft.com/office/drawing/2014/main" id="{54125649-E7A9-F803-5AF4-17313C82D9F3}"/>
              </a:ext>
            </a:extLst>
          </p:cNvPr>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Eye detection</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3" name="Полилиния: фигура 2">
            <a:extLst>
              <a:ext uri="{FF2B5EF4-FFF2-40B4-BE49-F238E27FC236}">
                <a16:creationId xmlns:a16="http://schemas.microsoft.com/office/drawing/2014/main" id="{797A26B6-BBAA-99B5-7B65-2A6DABB29270}"/>
              </a:ext>
            </a:extLst>
          </p:cNvPr>
          <p:cNvSpPr/>
          <p:nvPr/>
        </p:nvSpPr>
        <p:spPr>
          <a:xfrm rot="5400000">
            <a:off x="-1503829" y="3203947"/>
            <a:ext cx="4000256" cy="463219"/>
          </a:xfrm>
          <a:custGeom>
            <a:avLst/>
            <a:gdLst>
              <a:gd name="connsiteX0" fmla="*/ 0 w 4150395"/>
              <a:gd name="connsiteY0" fmla="*/ 212057 h 427122"/>
              <a:gd name="connsiteX1" fmla="*/ 197435 w 4150395"/>
              <a:gd name="connsiteY1" fmla="*/ 0 h 427122"/>
              <a:gd name="connsiteX2" fmla="*/ 1029786 w 4150395"/>
              <a:gd name="connsiteY2" fmla="*/ 0 h 427122"/>
              <a:gd name="connsiteX3" fmla="*/ 1029795 w 4150395"/>
              <a:gd name="connsiteY3" fmla="*/ 1 h 427122"/>
              <a:gd name="connsiteX4" fmla="*/ 1808581 w 4150395"/>
              <a:gd name="connsiteY4" fmla="*/ 1 h 427122"/>
              <a:gd name="connsiteX5" fmla="*/ 1836344 w 4150395"/>
              <a:gd name="connsiteY5" fmla="*/ 3007 h 427122"/>
              <a:gd name="connsiteX6" fmla="*/ 2422191 w 4150395"/>
              <a:gd name="connsiteY6" fmla="*/ 3007 h 427122"/>
              <a:gd name="connsiteX7" fmla="*/ 2422200 w 4150395"/>
              <a:gd name="connsiteY7" fmla="*/ 3008 h 427122"/>
              <a:gd name="connsiteX8" fmla="*/ 3147344 w 4150395"/>
              <a:gd name="connsiteY8" fmla="*/ 3008 h 427122"/>
              <a:gd name="connsiteX9" fmla="*/ 3147353 w 4150395"/>
              <a:gd name="connsiteY9" fmla="*/ 3009 h 427122"/>
              <a:gd name="connsiteX10" fmla="*/ 3952960 w 4150395"/>
              <a:gd name="connsiteY10" fmla="*/ 3009 h 427122"/>
              <a:gd name="connsiteX11" fmla="*/ 4150395 w 4150395"/>
              <a:gd name="connsiteY11" fmla="*/ 215066 h 427122"/>
              <a:gd name="connsiteX12" fmla="*/ 3952960 w 4150395"/>
              <a:gd name="connsiteY12" fmla="*/ 427122 h 427122"/>
              <a:gd name="connsiteX13" fmla="*/ 3120609 w 4150395"/>
              <a:gd name="connsiteY13" fmla="*/ 427122 h 427122"/>
              <a:gd name="connsiteX14" fmla="*/ 3120600 w 4150395"/>
              <a:gd name="connsiteY14" fmla="*/ 427121 h 427122"/>
              <a:gd name="connsiteX15" fmla="*/ 2314993 w 4150395"/>
              <a:gd name="connsiteY15" fmla="*/ 427121 h 427122"/>
              <a:gd name="connsiteX16" fmla="*/ 2314984 w 4150395"/>
              <a:gd name="connsiteY16" fmla="*/ 427120 h 427122"/>
              <a:gd name="connsiteX17" fmla="*/ 1589840 w 4150395"/>
              <a:gd name="connsiteY17" fmla="*/ 427120 h 427122"/>
              <a:gd name="connsiteX18" fmla="*/ 1562078 w 4150395"/>
              <a:gd name="connsiteY18" fmla="*/ 424114 h 427122"/>
              <a:gd name="connsiteX19" fmla="*/ 976230 w 4150395"/>
              <a:gd name="connsiteY19" fmla="*/ 424114 h 427122"/>
              <a:gd name="connsiteX20" fmla="*/ 976221 w 4150395"/>
              <a:gd name="connsiteY20" fmla="*/ 424113 h 427122"/>
              <a:gd name="connsiteX21" fmla="*/ 197435 w 4150395"/>
              <a:gd name="connsiteY21" fmla="*/ 424113 h 427122"/>
              <a:gd name="connsiteX22" fmla="*/ 0 w 4150395"/>
              <a:gd name="connsiteY22" fmla="*/ 212057 h 42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50395" h="427122">
                <a:moveTo>
                  <a:pt x="0" y="212057"/>
                </a:moveTo>
                <a:cubicBezTo>
                  <a:pt x="0" y="94935"/>
                  <a:pt x="88406" y="0"/>
                  <a:pt x="197435" y="0"/>
                </a:cubicBezTo>
                <a:lnTo>
                  <a:pt x="1029786" y="0"/>
                </a:lnTo>
                <a:lnTo>
                  <a:pt x="1029795" y="1"/>
                </a:lnTo>
                <a:lnTo>
                  <a:pt x="1808581" y="1"/>
                </a:lnTo>
                <a:lnTo>
                  <a:pt x="1836344" y="3007"/>
                </a:lnTo>
                <a:lnTo>
                  <a:pt x="2422191" y="3007"/>
                </a:lnTo>
                <a:lnTo>
                  <a:pt x="2422200" y="3008"/>
                </a:lnTo>
                <a:lnTo>
                  <a:pt x="3147344" y="3008"/>
                </a:lnTo>
                <a:lnTo>
                  <a:pt x="3147353" y="3009"/>
                </a:lnTo>
                <a:lnTo>
                  <a:pt x="3952960" y="3009"/>
                </a:lnTo>
                <a:cubicBezTo>
                  <a:pt x="4061990" y="3009"/>
                  <a:pt x="4150395" y="97944"/>
                  <a:pt x="4150395" y="215066"/>
                </a:cubicBezTo>
                <a:cubicBezTo>
                  <a:pt x="4150395" y="332187"/>
                  <a:pt x="4061990" y="427122"/>
                  <a:pt x="3952960" y="427122"/>
                </a:cubicBezTo>
                <a:lnTo>
                  <a:pt x="3120609" y="427122"/>
                </a:lnTo>
                <a:lnTo>
                  <a:pt x="3120600" y="427121"/>
                </a:lnTo>
                <a:lnTo>
                  <a:pt x="2314993" y="427121"/>
                </a:lnTo>
                <a:lnTo>
                  <a:pt x="2314984" y="427120"/>
                </a:lnTo>
                <a:lnTo>
                  <a:pt x="1589840" y="427120"/>
                </a:lnTo>
                <a:lnTo>
                  <a:pt x="1562078" y="424114"/>
                </a:lnTo>
                <a:lnTo>
                  <a:pt x="976230" y="424114"/>
                </a:lnTo>
                <a:lnTo>
                  <a:pt x="976221" y="424113"/>
                </a:lnTo>
                <a:lnTo>
                  <a:pt x="197435" y="424113"/>
                </a:lnTo>
                <a:cubicBezTo>
                  <a:pt x="88406" y="424113"/>
                  <a:pt x="0" y="329178"/>
                  <a:pt x="0" y="212057"/>
                </a:cubicBezTo>
                <a:close/>
              </a:path>
            </a:pathLst>
          </a:custGeom>
          <a:solidFill>
            <a:srgbClr val="7366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dirty="0"/>
          </a:p>
        </p:txBody>
      </p:sp>
      <p:sp>
        <p:nvSpPr>
          <p:cNvPr id="7" name="Блок-схема: узел 6">
            <a:extLst>
              <a:ext uri="{FF2B5EF4-FFF2-40B4-BE49-F238E27FC236}">
                <a16:creationId xmlns:a16="http://schemas.microsoft.com/office/drawing/2014/main" id="{DCAA9F8D-69AE-6B12-2DDD-CF453A4C8F9B}"/>
              </a:ext>
            </a:extLst>
          </p:cNvPr>
          <p:cNvSpPr/>
          <p:nvPr/>
        </p:nvSpPr>
        <p:spPr>
          <a:xfrm>
            <a:off x="305206" y="2365565"/>
            <a:ext cx="393283" cy="382083"/>
          </a:xfrm>
          <a:prstGeom prst="flowChartConnector">
            <a:avLst/>
          </a:prstGeom>
          <a:solidFill>
            <a:srgbClr val="FFC0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15" name="Рисунок 14" descr="Дом">
            <a:hlinkClick r:id="rId2" action="ppaction://hlinksldjump"/>
            <a:extLst>
              <a:ext uri="{FF2B5EF4-FFF2-40B4-BE49-F238E27FC236}">
                <a16:creationId xmlns:a16="http://schemas.microsoft.com/office/drawing/2014/main" id="{B956F152-1A4D-9D54-E8F7-883DB8ACEBA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252" y="1477310"/>
            <a:ext cx="382083" cy="382083"/>
          </a:xfrm>
          <a:prstGeom prst="rect">
            <a:avLst/>
          </a:prstGeom>
        </p:spPr>
      </p:pic>
      <p:pic>
        <p:nvPicPr>
          <p:cNvPr id="18" name="Рисунок 17" descr="Глаза">
            <a:hlinkClick r:id="rId6" action="ppaction://hlinksldjump"/>
            <a:extLst>
              <a:ext uri="{FF2B5EF4-FFF2-40B4-BE49-F238E27FC236}">
                <a16:creationId xmlns:a16="http://schemas.microsoft.com/office/drawing/2014/main" id="{D2DA67C3-80A5-0650-A1D8-3984EFF11DF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7852" y="2364859"/>
            <a:ext cx="383276" cy="383276"/>
          </a:xfrm>
          <a:prstGeom prst="rect">
            <a:avLst/>
          </a:prstGeom>
        </p:spPr>
      </p:pic>
      <p:pic>
        <p:nvPicPr>
          <p:cNvPr id="20" name="Рисунок 19" descr="Губы">
            <a:hlinkClick r:id="rId9" action="ppaction://hlinksldjump"/>
            <a:extLst>
              <a:ext uri="{FF2B5EF4-FFF2-40B4-BE49-F238E27FC236}">
                <a16:creationId xmlns:a16="http://schemas.microsoft.com/office/drawing/2014/main" id="{DA544DA8-6CDE-EB3D-8974-D607279983F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9653" y="2810423"/>
            <a:ext cx="393032" cy="393032"/>
          </a:xfrm>
          <a:prstGeom prst="rect">
            <a:avLst/>
          </a:prstGeom>
        </p:spPr>
      </p:pic>
      <p:pic>
        <p:nvPicPr>
          <p:cNvPr id="24" name="Рисунок 23" descr="Смартфон">
            <a:hlinkClick r:id="rId12" action="ppaction://hlinksldjump"/>
            <a:extLst>
              <a:ext uri="{FF2B5EF4-FFF2-40B4-BE49-F238E27FC236}">
                <a16:creationId xmlns:a16="http://schemas.microsoft.com/office/drawing/2014/main" id="{23392C4F-5BD8-715C-29E0-24FA5A20B23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29972" y="3709474"/>
            <a:ext cx="320651" cy="320651"/>
          </a:xfrm>
          <a:prstGeom prst="rect">
            <a:avLst/>
          </a:prstGeom>
        </p:spPr>
      </p:pic>
      <p:pic>
        <p:nvPicPr>
          <p:cNvPr id="26" name="Рисунок 25" descr="Пользователи">
            <a:hlinkClick r:id="rId15" action="ppaction://hlinksldjump"/>
            <a:extLst>
              <a:ext uri="{FF2B5EF4-FFF2-40B4-BE49-F238E27FC236}">
                <a16:creationId xmlns:a16="http://schemas.microsoft.com/office/drawing/2014/main" id="{399AB207-433A-8BB7-EAF6-AC522390FCF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14613" y="4137327"/>
            <a:ext cx="351368" cy="351368"/>
          </a:xfrm>
          <a:prstGeom prst="rect">
            <a:avLst/>
          </a:prstGeom>
        </p:spPr>
      </p:pic>
      <p:pic>
        <p:nvPicPr>
          <p:cNvPr id="30" name="Рисунок 29" descr="Пользователь">
            <a:hlinkClick r:id="rId18" action="ppaction://hlinksldjump"/>
            <a:extLst>
              <a:ext uri="{FF2B5EF4-FFF2-40B4-BE49-F238E27FC236}">
                <a16:creationId xmlns:a16="http://schemas.microsoft.com/office/drawing/2014/main" id="{C3203073-C48E-9ED0-FB82-7CF117EB647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99909" y="3239396"/>
            <a:ext cx="373139" cy="373139"/>
          </a:xfrm>
          <a:prstGeom prst="rect">
            <a:avLst/>
          </a:prstGeom>
        </p:spPr>
      </p:pic>
      <p:sp>
        <p:nvSpPr>
          <p:cNvPr id="4" name="TextBox 3">
            <a:extLst>
              <a:ext uri="{FF2B5EF4-FFF2-40B4-BE49-F238E27FC236}">
                <a16:creationId xmlns:a16="http://schemas.microsoft.com/office/drawing/2014/main" id="{1EBD96DD-DE4F-28CC-5001-BBAB2C9D0631}"/>
              </a:ext>
            </a:extLst>
          </p:cNvPr>
          <p:cNvSpPr txBox="1"/>
          <p:nvPr/>
        </p:nvSpPr>
        <p:spPr>
          <a:xfrm>
            <a:off x="838200" y="1737360"/>
            <a:ext cx="10515600" cy="2308324"/>
          </a:xfrm>
          <a:prstGeom prst="rect">
            <a:avLst/>
          </a:prstGeom>
          <a:noFill/>
        </p:spPr>
        <p:txBody>
          <a:bodyPr wrap="square" rtlCol="0">
            <a:spAutoFit/>
          </a:bodyPr>
          <a:lstStyle/>
          <a:p>
            <a:pPr marL="0" algn="just" rtl="0" eaLnBrk="1" latinLnBrk="0" hangingPunct="1">
              <a:spcBef>
                <a:spcPts val="0"/>
              </a:spcBef>
              <a:spcAft>
                <a:spcPts val="0"/>
              </a:spcAft>
            </a:pPr>
            <a:r>
              <a:rPr lang="en-US" sz="24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The behavioral characteristics of drivers in fatigue driving include blinking, nodding, eyes closing and yawning. In these behaviors, yawning is one of the main forms of fatigue manifestations. Therefore, due to the important role of yawning in fatigue driving detection, researchers have done a lot of research on yawning detection.</a:t>
            </a:r>
            <a:endParaRPr lang="ru-RU" sz="2400" dirty="0">
              <a:effectLst/>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pic>
        <p:nvPicPr>
          <p:cNvPr id="5" name="Рисунок 4" descr="Резиновый утенок">
            <a:hlinkClick r:id="rId21" action="ppaction://hlinksldjump"/>
            <a:extLst>
              <a:ext uri="{FF2B5EF4-FFF2-40B4-BE49-F238E27FC236}">
                <a16:creationId xmlns:a16="http://schemas.microsoft.com/office/drawing/2014/main" id="{AC3C5BEF-9C6A-F681-4C47-E40627C68A9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7459" y="5001181"/>
            <a:ext cx="357420" cy="357420"/>
          </a:xfrm>
          <a:prstGeom prst="rect">
            <a:avLst/>
          </a:prstGeom>
        </p:spPr>
      </p:pic>
      <p:pic>
        <p:nvPicPr>
          <p:cNvPr id="6" name="Рисунок 5" descr="Газета">
            <a:hlinkClick r:id="rId24" action="ppaction://hlinksldjump"/>
            <a:extLst>
              <a:ext uri="{FF2B5EF4-FFF2-40B4-BE49-F238E27FC236}">
                <a16:creationId xmlns:a16="http://schemas.microsoft.com/office/drawing/2014/main" id="{5C4A81C9-1A52-D575-1A47-8AF3CEFD7081}"/>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13952" y="1946998"/>
            <a:ext cx="345051" cy="345051"/>
          </a:xfrm>
          <a:prstGeom prst="rect">
            <a:avLst/>
          </a:prstGeom>
        </p:spPr>
      </p:pic>
      <p:pic>
        <p:nvPicPr>
          <p:cNvPr id="8" name="Рисунок 7" descr="Документ">
            <a:hlinkClick r:id="rId27" action="ppaction://hlinksldjump"/>
            <a:extLst>
              <a:ext uri="{FF2B5EF4-FFF2-40B4-BE49-F238E27FC236}">
                <a16:creationId xmlns:a16="http://schemas.microsoft.com/office/drawing/2014/main" id="{7D9FBFFD-C08F-C100-F521-3135E6B80883}"/>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972" y="4567375"/>
            <a:ext cx="346000" cy="346000"/>
          </a:xfrm>
          <a:prstGeom prst="rect">
            <a:avLst/>
          </a:prstGeom>
        </p:spPr>
      </p:pic>
    </p:spTree>
    <p:extLst>
      <p:ext uri="{BB962C8B-B14F-4D97-AF65-F5344CB8AC3E}">
        <p14:creationId xmlns:p14="http://schemas.microsoft.com/office/powerpoint/2010/main" val="427635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Объект 16">
            <a:extLst>
              <a:ext uri="{FF2B5EF4-FFF2-40B4-BE49-F238E27FC236}">
                <a16:creationId xmlns:a16="http://schemas.microsoft.com/office/drawing/2014/main" id="{E9AB5E3F-A348-D831-DE8A-842308E94AE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9097" t="26954" r="60837" b="62980"/>
          <a:stretch/>
        </p:blipFill>
        <p:spPr>
          <a:xfrm>
            <a:off x="0" y="0"/>
            <a:ext cx="12192000" cy="6858000"/>
          </a:xfrm>
        </p:spPr>
      </p:pic>
      <p:sp>
        <p:nvSpPr>
          <p:cNvPr id="2" name="Заголовок 1">
            <a:extLst>
              <a:ext uri="{FF2B5EF4-FFF2-40B4-BE49-F238E27FC236}">
                <a16:creationId xmlns:a16="http://schemas.microsoft.com/office/drawing/2014/main" id="{54125649-E7A9-F803-5AF4-17313C82D9F3}"/>
              </a:ext>
            </a:extLst>
          </p:cNvPr>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Mouth movement</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3" name="Полилиния: фигура 2">
            <a:extLst>
              <a:ext uri="{FF2B5EF4-FFF2-40B4-BE49-F238E27FC236}">
                <a16:creationId xmlns:a16="http://schemas.microsoft.com/office/drawing/2014/main" id="{5A0B5298-C74B-F3B3-CB59-BD5609DE983E}"/>
              </a:ext>
            </a:extLst>
          </p:cNvPr>
          <p:cNvSpPr/>
          <p:nvPr/>
        </p:nvSpPr>
        <p:spPr>
          <a:xfrm rot="5400000">
            <a:off x="-1503829" y="3203947"/>
            <a:ext cx="4000256" cy="463219"/>
          </a:xfrm>
          <a:custGeom>
            <a:avLst/>
            <a:gdLst>
              <a:gd name="connsiteX0" fmla="*/ 0 w 4150395"/>
              <a:gd name="connsiteY0" fmla="*/ 212057 h 427122"/>
              <a:gd name="connsiteX1" fmla="*/ 197435 w 4150395"/>
              <a:gd name="connsiteY1" fmla="*/ 0 h 427122"/>
              <a:gd name="connsiteX2" fmla="*/ 1029786 w 4150395"/>
              <a:gd name="connsiteY2" fmla="*/ 0 h 427122"/>
              <a:gd name="connsiteX3" fmla="*/ 1029795 w 4150395"/>
              <a:gd name="connsiteY3" fmla="*/ 1 h 427122"/>
              <a:gd name="connsiteX4" fmla="*/ 1808581 w 4150395"/>
              <a:gd name="connsiteY4" fmla="*/ 1 h 427122"/>
              <a:gd name="connsiteX5" fmla="*/ 1836344 w 4150395"/>
              <a:gd name="connsiteY5" fmla="*/ 3007 h 427122"/>
              <a:gd name="connsiteX6" fmla="*/ 2422191 w 4150395"/>
              <a:gd name="connsiteY6" fmla="*/ 3007 h 427122"/>
              <a:gd name="connsiteX7" fmla="*/ 2422200 w 4150395"/>
              <a:gd name="connsiteY7" fmla="*/ 3008 h 427122"/>
              <a:gd name="connsiteX8" fmla="*/ 3147344 w 4150395"/>
              <a:gd name="connsiteY8" fmla="*/ 3008 h 427122"/>
              <a:gd name="connsiteX9" fmla="*/ 3147353 w 4150395"/>
              <a:gd name="connsiteY9" fmla="*/ 3009 h 427122"/>
              <a:gd name="connsiteX10" fmla="*/ 3952960 w 4150395"/>
              <a:gd name="connsiteY10" fmla="*/ 3009 h 427122"/>
              <a:gd name="connsiteX11" fmla="*/ 4150395 w 4150395"/>
              <a:gd name="connsiteY11" fmla="*/ 215066 h 427122"/>
              <a:gd name="connsiteX12" fmla="*/ 3952960 w 4150395"/>
              <a:gd name="connsiteY12" fmla="*/ 427122 h 427122"/>
              <a:gd name="connsiteX13" fmla="*/ 3120609 w 4150395"/>
              <a:gd name="connsiteY13" fmla="*/ 427122 h 427122"/>
              <a:gd name="connsiteX14" fmla="*/ 3120600 w 4150395"/>
              <a:gd name="connsiteY14" fmla="*/ 427121 h 427122"/>
              <a:gd name="connsiteX15" fmla="*/ 2314993 w 4150395"/>
              <a:gd name="connsiteY15" fmla="*/ 427121 h 427122"/>
              <a:gd name="connsiteX16" fmla="*/ 2314984 w 4150395"/>
              <a:gd name="connsiteY16" fmla="*/ 427120 h 427122"/>
              <a:gd name="connsiteX17" fmla="*/ 1589840 w 4150395"/>
              <a:gd name="connsiteY17" fmla="*/ 427120 h 427122"/>
              <a:gd name="connsiteX18" fmla="*/ 1562078 w 4150395"/>
              <a:gd name="connsiteY18" fmla="*/ 424114 h 427122"/>
              <a:gd name="connsiteX19" fmla="*/ 976230 w 4150395"/>
              <a:gd name="connsiteY19" fmla="*/ 424114 h 427122"/>
              <a:gd name="connsiteX20" fmla="*/ 976221 w 4150395"/>
              <a:gd name="connsiteY20" fmla="*/ 424113 h 427122"/>
              <a:gd name="connsiteX21" fmla="*/ 197435 w 4150395"/>
              <a:gd name="connsiteY21" fmla="*/ 424113 h 427122"/>
              <a:gd name="connsiteX22" fmla="*/ 0 w 4150395"/>
              <a:gd name="connsiteY22" fmla="*/ 212057 h 42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50395" h="427122">
                <a:moveTo>
                  <a:pt x="0" y="212057"/>
                </a:moveTo>
                <a:cubicBezTo>
                  <a:pt x="0" y="94935"/>
                  <a:pt x="88406" y="0"/>
                  <a:pt x="197435" y="0"/>
                </a:cubicBezTo>
                <a:lnTo>
                  <a:pt x="1029786" y="0"/>
                </a:lnTo>
                <a:lnTo>
                  <a:pt x="1029795" y="1"/>
                </a:lnTo>
                <a:lnTo>
                  <a:pt x="1808581" y="1"/>
                </a:lnTo>
                <a:lnTo>
                  <a:pt x="1836344" y="3007"/>
                </a:lnTo>
                <a:lnTo>
                  <a:pt x="2422191" y="3007"/>
                </a:lnTo>
                <a:lnTo>
                  <a:pt x="2422200" y="3008"/>
                </a:lnTo>
                <a:lnTo>
                  <a:pt x="3147344" y="3008"/>
                </a:lnTo>
                <a:lnTo>
                  <a:pt x="3147353" y="3009"/>
                </a:lnTo>
                <a:lnTo>
                  <a:pt x="3952960" y="3009"/>
                </a:lnTo>
                <a:cubicBezTo>
                  <a:pt x="4061990" y="3009"/>
                  <a:pt x="4150395" y="97944"/>
                  <a:pt x="4150395" y="215066"/>
                </a:cubicBezTo>
                <a:cubicBezTo>
                  <a:pt x="4150395" y="332187"/>
                  <a:pt x="4061990" y="427122"/>
                  <a:pt x="3952960" y="427122"/>
                </a:cubicBezTo>
                <a:lnTo>
                  <a:pt x="3120609" y="427122"/>
                </a:lnTo>
                <a:lnTo>
                  <a:pt x="3120600" y="427121"/>
                </a:lnTo>
                <a:lnTo>
                  <a:pt x="2314993" y="427121"/>
                </a:lnTo>
                <a:lnTo>
                  <a:pt x="2314984" y="427120"/>
                </a:lnTo>
                <a:lnTo>
                  <a:pt x="1589840" y="427120"/>
                </a:lnTo>
                <a:lnTo>
                  <a:pt x="1562078" y="424114"/>
                </a:lnTo>
                <a:lnTo>
                  <a:pt x="976230" y="424114"/>
                </a:lnTo>
                <a:lnTo>
                  <a:pt x="976221" y="424113"/>
                </a:lnTo>
                <a:lnTo>
                  <a:pt x="197435" y="424113"/>
                </a:lnTo>
                <a:cubicBezTo>
                  <a:pt x="88406" y="424113"/>
                  <a:pt x="0" y="329178"/>
                  <a:pt x="0" y="212057"/>
                </a:cubicBezTo>
                <a:close/>
              </a:path>
            </a:pathLst>
          </a:custGeom>
          <a:solidFill>
            <a:srgbClr val="7366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dirty="0"/>
          </a:p>
        </p:txBody>
      </p:sp>
      <p:sp>
        <p:nvSpPr>
          <p:cNvPr id="14" name="Блок-схема: узел 13">
            <a:extLst>
              <a:ext uri="{FF2B5EF4-FFF2-40B4-BE49-F238E27FC236}">
                <a16:creationId xmlns:a16="http://schemas.microsoft.com/office/drawing/2014/main" id="{75A6D2F5-ED48-3EAF-0FFE-B7F4C169857B}"/>
              </a:ext>
            </a:extLst>
          </p:cNvPr>
          <p:cNvSpPr/>
          <p:nvPr/>
        </p:nvSpPr>
        <p:spPr>
          <a:xfrm>
            <a:off x="299527" y="2798600"/>
            <a:ext cx="393283" cy="382083"/>
          </a:xfrm>
          <a:prstGeom prst="flowChartConnector">
            <a:avLst/>
          </a:prstGeom>
          <a:solidFill>
            <a:srgbClr val="FFC0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15" name="Рисунок 14" descr="Дом">
            <a:hlinkClick r:id="rId3" action="ppaction://hlinksldjump"/>
            <a:extLst>
              <a:ext uri="{FF2B5EF4-FFF2-40B4-BE49-F238E27FC236}">
                <a16:creationId xmlns:a16="http://schemas.microsoft.com/office/drawing/2014/main" id="{F3904610-210F-CF35-AA27-E282DE1126D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252" y="1477310"/>
            <a:ext cx="382083" cy="382083"/>
          </a:xfrm>
          <a:prstGeom prst="rect">
            <a:avLst/>
          </a:prstGeom>
        </p:spPr>
      </p:pic>
      <p:pic>
        <p:nvPicPr>
          <p:cNvPr id="18" name="Рисунок 17" descr="Глаза">
            <a:hlinkClick r:id="rId6" action="ppaction://hlinksldjump"/>
            <a:extLst>
              <a:ext uri="{FF2B5EF4-FFF2-40B4-BE49-F238E27FC236}">
                <a16:creationId xmlns:a16="http://schemas.microsoft.com/office/drawing/2014/main" id="{77494492-88CA-7EE7-8282-4AEE839601E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7852" y="2364859"/>
            <a:ext cx="383276" cy="383276"/>
          </a:xfrm>
          <a:prstGeom prst="rect">
            <a:avLst/>
          </a:prstGeom>
        </p:spPr>
      </p:pic>
      <p:pic>
        <p:nvPicPr>
          <p:cNvPr id="20" name="Рисунок 19" descr="Губы">
            <a:hlinkClick r:id="rId9" action="ppaction://hlinksldjump"/>
            <a:extLst>
              <a:ext uri="{FF2B5EF4-FFF2-40B4-BE49-F238E27FC236}">
                <a16:creationId xmlns:a16="http://schemas.microsoft.com/office/drawing/2014/main" id="{47ACEDC8-F492-B26C-D2EE-C1141730F73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9653" y="2810423"/>
            <a:ext cx="393032" cy="393032"/>
          </a:xfrm>
          <a:prstGeom prst="rect">
            <a:avLst/>
          </a:prstGeom>
        </p:spPr>
      </p:pic>
      <p:pic>
        <p:nvPicPr>
          <p:cNvPr id="24" name="Рисунок 23" descr="Смартфон">
            <a:hlinkClick r:id="rId12" action="ppaction://hlinksldjump"/>
            <a:extLst>
              <a:ext uri="{FF2B5EF4-FFF2-40B4-BE49-F238E27FC236}">
                <a16:creationId xmlns:a16="http://schemas.microsoft.com/office/drawing/2014/main" id="{1455732A-1E20-663D-B576-514066F01C0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29972" y="3709474"/>
            <a:ext cx="320651" cy="320651"/>
          </a:xfrm>
          <a:prstGeom prst="rect">
            <a:avLst/>
          </a:prstGeom>
        </p:spPr>
      </p:pic>
      <p:pic>
        <p:nvPicPr>
          <p:cNvPr id="26" name="Рисунок 25" descr="Пользователи">
            <a:hlinkClick r:id="rId15" action="ppaction://hlinksldjump"/>
            <a:extLst>
              <a:ext uri="{FF2B5EF4-FFF2-40B4-BE49-F238E27FC236}">
                <a16:creationId xmlns:a16="http://schemas.microsoft.com/office/drawing/2014/main" id="{3DF5DD58-569D-1ACA-F423-BC1488D58A6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14613" y="4137327"/>
            <a:ext cx="351368" cy="351368"/>
          </a:xfrm>
          <a:prstGeom prst="rect">
            <a:avLst/>
          </a:prstGeom>
        </p:spPr>
      </p:pic>
      <p:pic>
        <p:nvPicPr>
          <p:cNvPr id="30" name="Рисунок 29" descr="Пользователь">
            <a:hlinkClick r:id="rId18" action="ppaction://hlinksldjump"/>
            <a:extLst>
              <a:ext uri="{FF2B5EF4-FFF2-40B4-BE49-F238E27FC236}">
                <a16:creationId xmlns:a16="http://schemas.microsoft.com/office/drawing/2014/main" id="{4D4108F3-FFA7-0230-9759-4BC2BF7E8A8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99909" y="3239396"/>
            <a:ext cx="373139" cy="373139"/>
          </a:xfrm>
          <a:prstGeom prst="rect">
            <a:avLst/>
          </a:prstGeom>
        </p:spPr>
      </p:pic>
      <p:sp>
        <p:nvSpPr>
          <p:cNvPr id="4" name="TextBox 3">
            <a:extLst>
              <a:ext uri="{FF2B5EF4-FFF2-40B4-BE49-F238E27FC236}">
                <a16:creationId xmlns:a16="http://schemas.microsoft.com/office/drawing/2014/main" id="{E75D4DDF-E134-8320-4884-A225F2EFB5A3}"/>
              </a:ext>
            </a:extLst>
          </p:cNvPr>
          <p:cNvSpPr txBox="1"/>
          <p:nvPr/>
        </p:nvSpPr>
        <p:spPr>
          <a:xfrm>
            <a:off x="838200" y="1752600"/>
            <a:ext cx="10515600" cy="1569660"/>
          </a:xfrm>
          <a:prstGeom prst="rect">
            <a:avLst/>
          </a:prstGeom>
          <a:noFill/>
        </p:spPr>
        <p:txBody>
          <a:bodyPr wrap="square" rtlCol="0">
            <a:spAutoFit/>
          </a:bodyPr>
          <a:lstStyle/>
          <a:p>
            <a:pPr algn="just"/>
            <a:r>
              <a:rPr lang="en-US" sz="2400" dirty="0">
                <a:solidFill>
                  <a:schemeClr val="bg1"/>
                </a:solidFill>
                <a:effectLst/>
                <a:latin typeface="Times New Roman" panose="02020603050405020304" pitchFamily="18" charset="0"/>
                <a:ea typeface="Calibri" panose="020F0502020204030204" pitchFamily="34" charset="0"/>
              </a:rPr>
              <a:t>Some researchers used the histogram features of the mouth area to detect yawning, but this method had obvious shortcomings such as low accuracy and poor robustness. </a:t>
            </a:r>
            <a:r>
              <a:rPr lang="en-US" sz="2400" dirty="0" err="1">
                <a:solidFill>
                  <a:schemeClr val="bg1"/>
                </a:solidFill>
                <a:effectLst/>
                <a:latin typeface="Times New Roman" panose="02020603050405020304" pitchFamily="18" charset="0"/>
                <a:ea typeface="Calibri" panose="020F0502020204030204" pitchFamily="34" charset="0"/>
              </a:rPr>
              <a:t>Petropoulakis</a:t>
            </a:r>
            <a:r>
              <a:rPr lang="en-US" sz="2400" dirty="0">
                <a:solidFill>
                  <a:schemeClr val="bg1"/>
                </a:solidFill>
                <a:effectLst/>
                <a:latin typeface="Times New Roman" panose="02020603050405020304" pitchFamily="18" charset="0"/>
                <a:ea typeface="Calibri" panose="020F0502020204030204" pitchFamily="34" charset="0"/>
              </a:rPr>
              <a:t> L et al. [7] proposed a yawning detection method that detected yawning by the variation of aspect ratio of mouth profile.</a:t>
            </a:r>
            <a:endParaRPr lang="ru-RU" sz="2400" dirty="0">
              <a:solidFill>
                <a:schemeClr val="bg1"/>
              </a:solidFill>
            </a:endParaRPr>
          </a:p>
        </p:txBody>
      </p:sp>
      <p:pic>
        <p:nvPicPr>
          <p:cNvPr id="5" name="Рисунок 4" descr="Резиновый утенок">
            <a:hlinkClick r:id="rId21" action="ppaction://hlinksldjump"/>
            <a:extLst>
              <a:ext uri="{FF2B5EF4-FFF2-40B4-BE49-F238E27FC236}">
                <a16:creationId xmlns:a16="http://schemas.microsoft.com/office/drawing/2014/main" id="{BA8F23D8-2F3C-2A09-9BA9-896799F0BC6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7459" y="5001181"/>
            <a:ext cx="357420" cy="357420"/>
          </a:xfrm>
          <a:prstGeom prst="rect">
            <a:avLst/>
          </a:prstGeom>
        </p:spPr>
      </p:pic>
      <p:pic>
        <p:nvPicPr>
          <p:cNvPr id="6" name="Рисунок 5" descr="Газета">
            <a:hlinkClick r:id="rId24" action="ppaction://hlinksldjump"/>
            <a:extLst>
              <a:ext uri="{FF2B5EF4-FFF2-40B4-BE49-F238E27FC236}">
                <a16:creationId xmlns:a16="http://schemas.microsoft.com/office/drawing/2014/main" id="{E2341A08-E007-A02E-3659-9DCBF6783AB1}"/>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13952" y="1946998"/>
            <a:ext cx="345051" cy="345051"/>
          </a:xfrm>
          <a:prstGeom prst="rect">
            <a:avLst/>
          </a:prstGeom>
        </p:spPr>
      </p:pic>
      <p:pic>
        <p:nvPicPr>
          <p:cNvPr id="7" name="Рисунок 6" descr="Документ">
            <a:hlinkClick r:id="rId27" action="ppaction://hlinksldjump"/>
            <a:extLst>
              <a:ext uri="{FF2B5EF4-FFF2-40B4-BE49-F238E27FC236}">
                <a16:creationId xmlns:a16="http://schemas.microsoft.com/office/drawing/2014/main" id="{C4D94C87-E44E-C234-0BB6-9E785007E1FD}"/>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972" y="4567375"/>
            <a:ext cx="346000" cy="346000"/>
          </a:xfrm>
          <a:prstGeom prst="rect">
            <a:avLst/>
          </a:prstGeom>
        </p:spPr>
      </p:pic>
    </p:spTree>
    <p:extLst>
      <p:ext uri="{BB962C8B-B14F-4D97-AF65-F5344CB8AC3E}">
        <p14:creationId xmlns:p14="http://schemas.microsoft.com/office/powerpoint/2010/main" val="2890684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Объект 16">
            <a:extLst>
              <a:ext uri="{FF2B5EF4-FFF2-40B4-BE49-F238E27FC236}">
                <a16:creationId xmlns:a16="http://schemas.microsoft.com/office/drawing/2014/main" id="{E9AB5E3F-A348-D831-DE8A-842308E94AE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3557" t="8403" r="51617" b="56772"/>
          <a:stretch/>
        </p:blipFill>
        <p:spPr>
          <a:xfrm>
            <a:off x="0" y="0"/>
            <a:ext cx="12192000" cy="6858000"/>
          </a:xfrm>
        </p:spPr>
      </p:pic>
      <p:sp>
        <p:nvSpPr>
          <p:cNvPr id="2" name="Заголовок 1">
            <a:extLst>
              <a:ext uri="{FF2B5EF4-FFF2-40B4-BE49-F238E27FC236}">
                <a16:creationId xmlns:a16="http://schemas.microsoft.com/office/drawing/2014/main" id="{54125649-E7A9-F803-5AF4-17313C82D9F3}"/>
              </a:ext>
            </a:extLst>
          </p:cNvPr>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Head position detection</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3" name="Полилиния: фигура 2">
            <a:extLst>
              <a:ext uri="{FF2B5EF4-FFF2-40B4-BE49-F238E27FC236}">
                <a16:creationId xmlns:a16="http://schemas.microsoft.com/office/drawing/2014/main" id="{48A6D4BF-9B64-912D-D5AB-A937C95905ED}"/>
              </a:ext>
            </a:extLst>
          </p:cNvPr>
          <p:cNvSpPr/>
          <p:nvPr/>
        </p:nvSpPr>
        <p:spPr>
          <a:xfrm rot="5400000">
            <a:off x="-1485782" y="3203947"/>
            <a:ext cx="4000256" cy="463219"/>
          </a:xfrm>
          <a:custGeom>
            <a:avLst/>
            <a:gdLst>
              <a:gd name="connsiteX0" fmla="*/ 0 w 4150395"/>
              <a:gd name="connsiteY0" fmla="*/ 212057 h 427122"/>
              <a:gd name="connsiteX1" fmla="*/ 197435 w 4150395"/>
              <a:gd name="connsiteY1" fmla="*/ 0 h 427122"/>
              <a:gd name="connsiteX2" fmla="*/ 1029786 w 4150395"/>
              <a:gd name="connsiteY2" fmla="*/ 0 h 427122"/>
              <a:gd name="connsiteX3" fmla="*/ 1029795 w 4150395"/>
              <a:gd name="connsiteY3" fmla="*/ 1 h 427122"/>
              <a:gd name="connsiteX4" fmla="*/ 1808581 w 4150395"/>
              <a:gd name="connsiteY4" fmla="*/ 1 h 427122"/>
              <a:gd name="connsiteX5" fmla="*/ 1836344 w 4150395"/>
              <a:gd name="connsiteY5" fmla="*/ 3007 h 427122"/>
              <a:gd name="connsiteX6" fmla="*/ 2422191 w 4150395"/>
              <a:gd name="connsiteY6" fmla="*/ 3007 h 427122"/>
              <a:gd name="connsiteX7" fmla="*/ 2422200 w 4150395"/>
              <a:gd name="connsiteY7" fmla="*/ 3008 h 427122"/>
              <a:gd name="connsiteX8" fmla="*/ 3147344 w 4150395"/>
              <a:gd name="connsiteY8" fmla="*/ 3008 h 427122"/>
              <a:gd name="connsiteX9" fmla="*/ 3147353 w 4150395"/>
              <a:gd name="connsiteY9" fmla="*/ 3009 h 427122"/>
              <a:gd name="connsiteX10" fmla="*/ 3952960 w 4150395"/>
              <a:gd name="connsiteY10" fmla="*/ 3009 h 427122"/>
              <a:gd name="connsiteX11" fmla="*/ 4150395 w 4150395"/>
              <a:gd name="connsiteY11" fmla="*/ 215066 h 427122"/>
              <a:gd name="connsiteX12" fmla="*/ 3952960 w 4150395"/>
              <a:gd name="connsiteY12" fmla="*/ 427122 h 427122"/>
              <a:gd name="connsiteX13" fmla="*/ 3120609 w 4150395"/>
              <a:gd name="connsiteY13" fmla="*/ 427122 h 427122"/>
              <a:gd name="connsiteX14" fmla="*/ 3120600 w 4150395"/>
              <a:gd name="connsiteY14" fmla="*/ 427121 h 427122"/>
              <a:gd name="connsiteX15" fmla="*/ 2314993 w 4150395"/>
              <a:gd name="connsiteY15" fmla="*/ 427121 h 427122"/>
              <a:gd name="connsiteX16" fmla="*/ 2314984 w 4150395"/>
              <a:gd name="connsiteY16" fmla="*/ 427120 h 427122"/>
              <a:gd name="connsiteX17" fmla="*/ 1589840 w 4150395"/>
              <a:gd name="connsiteY17" fmla="*/ 427120 h 427122"/>
              <a:gd name="connsiteX18" fmla="*/ 1562078 w 4150395"/>
              <a:gd name="connsiteY18" fmla="*/ 424114 h 427122"/>
              <a:gd name="connsiteX19" fmla="*/ 976230 w 4150395"/>
              <a:gd name="connsiteY19" fmla="*/ 424114 h 427122"/>
              <a:gd name="connsiteX20" fmla="*/ 976221 w 4150395"/>
              <a:gd name="connsiteY20" fmla="*/ 424113 h 427122"/>
              <a:gd name="connsiteX21" fmla="*/ 197435 w 4150395"/>
              <a:gd name="connsiteY21" fmla="*/ 424113 h 427122"/>
              <a:gd name="connsiteX22" fmla="*/ 0 w 4150395"/>
              <a:gd name="connsiteY22" fmla="*/ 212057 h 42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50395" h="427122">
                <a:moveTo>
                  <a:pt x="0" y="212057"/>
                </a:moveTo>
                <a:cubicBezTo>
                  <a:pt x="0" y="94935"/>
                  <a:pt x="88406" y="0"/>
                  <a:pt x="197435" y="0"/>
                </a:cubicBezTo>
                <a:lnTo>
                  <a:pt x="1029786" y="0"/>
                </a:lnTo>
                <a:lnTo>
                  <a:pt x="1029795" y="1"/>
                </a:lnTo>
                <a:lnTo>
                  <a:pt x="1808581" y="1"/>
                </a:lnTo>
                <a:lnTo>
                  <a:pt x="1836344" y="3007"/>
                </a:lnTo>
                <a:lnTo>
                  <a:pt x="2422191" y="3007"/>
                </a:lnTo>
                <a:lnTo>
                  <a:pt x="2422200" y="3008"/>
                </a:lnTo>
                <a:lnTo>
                  <a:pt x="3147344" y="3008"/>
                </a:lnTo>
                <a:lnTo>
                  <a:pt x="3147353" y="3009"/>
                </a:lnTo>
                <a:lnTo>
                  <a:pt x="3952960" y="3009"/>
                </a:lnTo>
                <a:cubicBezTo>
                  <a:pt x="4061990" y="3009"/>
                  <a:pt x="4150395" y="97944"/>
                  <a:pt x="4150395" y="215066"/>
                </a:cubicBezTo>
                <a:cubicBezTo>
                  <a:pt x="4150395" y="332187"/>
                  <a:pt x="4061990" y="427122"/>
                  <a:pt x="3952960" y="427122"/>
                </a:cubicBezTo>
                <a:lnTo>
                  <a:pt x="3120609" y="427122"/>
                </a:lnTo>
                <a:lnTo>
                  <a:pt x="3120600" y="427121"/>
                </a:lnTo>
                <a:lnTo>
                  <a:pt x="2314993" y="427121"/>
                </a:lnTo>
                <a:lnTo>
                  <a:pt x="2314984" y="427120"/>
                </a:lnTo>
                <a:lnTo>
                  <a:pt x="1589840" y="427120"/>
                </a:lnTo>
                <a:lnTo>
                  <a:pt x="1562078" y="424114"/>
                </a:lnTo>
                <a:lnTo>
                  <a:pt x="976230" y="424114"/>
                </a:lnTo>
                <a:lnTo>
                  <a:pt x="976221" y="424113"/>
                </a:lnTo>
                <a:lnTo>
                  <a:pt x="197435" y="424113"/>
                </a:lnTo>
                <a:cubicBezTo>
                  <a:pt x="88406" y="424113"/>
                  <a:pt x="0" y="329178"/>
                  <a:pt x="0" y="212057"/>
                </a:cubicBezTo>
                <a:close/>
              </a:path>
            </a:pathLst>
          </a:custGeom>
          <a:solidFill>
            <a:srgbClr val="7366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dirty="0"/>
          </a:p>
        </p:txBody>
      </p:sp>
      <p:sp>
        <p:nvSpPr>
          <p:cNvPr id="14" name="Блок-схема: узел 13">
            <a:extLst>
              <a:ext uri="{FF2B5EF4-FFF2-40B4-BE49-F238E27FC236}">
                <a16:creationId xmlns:a16="http://schemas.microsoft.com/office/drawing/2014/main" id="{76EA3856-4817-11AB-5B97-EA62CAF600B6}"/>
              </a:ext>
            </a:extLst>
          </p:cNvPr>
          <p:cNvSpPr/>
          <p:nvPr/>
        </p:nvSpPr>
        <p:spPr>
          <a:xfrm>
            <a:off x="312099" y="3244514"/>
            <a:ext cx="393283" cy="382083"/>
          </a:xfrm>
          <a:prstGeom prst="flowChartConnector">
            <a:avLst/>
          </a:prstGeom>
          <a:solidFill>
            <a:srgbClr val="FFC0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15" name="Рисунок 14" descr="Дом">
            <a:hlinkClick r:id="rId3" action="ppaction://hlinksldjump"/>
            <a:extLst>
              <a:ext uri="{FF2B5EF4-FFF2-40B4-BE49-F238E27FC236}">
                <a16:creationId xmlns:a16="http://schemas.microsoft.com/office/drawing/2014/main" id="{8C9DC9A6-D9B8-10D9-1FEB-C95B85543D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3299" y="1477310"/>
            <a:ext cx="382083" cy="382083"/>
          </a:xfrm>
          <a:prstGeom prst="rect">
            <a:avLst/>
          </a:prstGeom>
        </p:spPr>
      </p:pic>
      <p:pic>
        <p:nvPicPr>
          <p:cNvPr id="18" name="Рисунок 17" descr="Глаза">
            <a:hlinkClick r:id="rId6" action="ppaction://hlinksldjump"/>
            <a:extLst>
              <a:ext uri="{FF2B5EF4-FFF2-40B4-BE49-F238E27FC236}">
                <a16:creationId xmlns:a16="http://schemas.microsoft.com/office/drawing/2014/main" id="{8D9D0436-7E57-2DF6-898B-1DE94EA106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5899" y="2364859"/>
            <a:ext cx="383276" cy="383276"/>
          </a:xfrm>
          <a:prstGeom prst="rect">
            <a:avLst/>
          </a:prstGeom>
        </p:spPr>
      </p:pic>
      <p:pic>
        <p:nvPicPr>
          <p:cNvPr id="20" name="Рисунок 19" descr="Губы">
            <a:hlinkClick r:id="rId9" action="ppaction://hlinksldjump"/>
            <a:extLst>
              <a:ext uri="{FF2B5EF4-FFF2-40B4-BE49-F238E27FC236}">
                <a16:creationId xmlns:a16="http://schemas.microsoft.com/office/drawing/2014/main" id="{29EA4BF4-50D4-DA71-31F6-235FFF6E7EF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7700" y="2810423"/>
            <a:ext cx="393032" cy="393032"/>
          </a:xfrm>
          <a:prstGeom prst="rect">
            <a:avLst/>
          </a:prstGeom>
        </p:spPr>
      </p:pic>
      <p:pic>
        <p:nvPicPr>
          <p:cNvPr id="24" name="Рисунок 23" descr="Смартфон">
            <a:hlinkClick r:id="rId12" action="ppaction://hlinksldjump"/>
            <a:extLst>
              <a:ext uri="{FF2B5EF4-FFF2-40B4-BE49-F238E27FC236}">
                <a16:creationId xmlns:a16="http://schemas.microsoft.com/office/drawing/2014/main" id="{BFD82DE6-3220-0982-2E58-795668BE697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48019" y="3709474"/>
            <a:ext cx="320651" cy="320651"/>
          </a:xfrm>
          <a:prstGeom prst="rect">
            <a:avLst/>
          </a:prstGeom>
        </p:spPr>
      </p:pic>
      <p:pic>
        <p:nvPicPr>
          <p:cNvPr id="26" name="Рисунок 25" descr="Пользователи">
            <a:hlinkClick r:id="rId15" action="ppaction://hlinksldjump"/>
            <a:extLst>
              <a:ext uri="{FF2B5EF4-FFF2-40B4-BE49-F238E27FC236}">
                <a16:creationId xmlns:a16="http://schemas.microsoft.com/office/drawing/2014/main" id="{32986FC4-3885-841D-A7C4-5CC2F1B3C84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32660" y="4137327"/>
            <a:ext cx="351368" cy="351368"/>
          </a:xfrm>
          <a:prstGeom prst="rect">
            <a:avLst/>
          </a:prstGeom>
        </p:spPr>
      </p:pic>
      <p:pic>
        <p:nvPicPr>
          <p:cNvPr id="30" name="Рисунок 29" descr="Пользователь">
            <a:hlinkClick r:id="rId18" action="ppaction://hlinksldjump"/>
            <a:extLst>
              <a:ext uri="{FF2B5EF4-FFF2-40B4-BE49-F238E27FC236}">
                <a16:creationId xmlns:a16="http://schemas.microsoft.com/office/drawing/2014/main" id="{1CC06A93-772D-F156-10A9-B3C0E2C3DC3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17956" y="3239396"/>
            <a:ext cx="373139" cy="373139"/>
          </a:xfrm>
          <a:prstGeom prst="rect">
            <a:avLst/>
          </a:prstGeom>
        </p:spPr>
      </p:pic>
      <p:sp>
        <p:nvSpPr>
          <p:cNvPr id="4" name="TextBox 3">
            <a:extLst>
              <a:ext uri="{FF2B5EF4-FFF2-40B4-BE49-F238E27FC236}">
                <a16:creationId xmlns:a16="http://schemas.microsoft.com/office/drawing/2014/main" id="{7FC5A4C3-636D-25CD-1250-EA3797BA3005}"/>
              </a:ext>
            </a:extLst>
          </p:cNvPr>
          <p:cNvSpPr txBox="1"/>
          <p:nvPr/>
        </p:nvSpPr>
        <p:spPr>
          <a:xfrm>
            <a:off x="838200" y="1767840"/>
            <a:ext cx="10515600" cy="1569660"/>
          </a:xfrm>
          <a:prstGeom prst="rect">
            <a:avLst/>
          </a:prstGeom>
          <a:noFill/>
        </p:spPr>
        <p:txBody>
          <a:bodyPr wrap="square" rtlCol="0">
            <a:spAutoFit/>
          </a:bodyPr>
          <a:lstStyle/>
          <a:p>
            <a:pPr algn="just"/>
            <a:r>
              <a:rPr lang="en-US" sz="2400" dirty="0">
                <a:solidFill>
                  <a:schemeClr val="bg1"/>
                </a:solidFill>
                <a:effectLst/>
                <a:latin typeface="Times New Roman" panose="02020603050405020304" pitchFamily="18" charset="0"/>
                <a:ea typeface="Calibri" panose="020F0502020204030204" pitchFamily="34" charset="0"/>
              </a:rPr>
              <a:t>When the tester's head rotated more than a certain angle, the facial feature points will become difficult to detect. Appearance-based methods have the advantage of easy calculation, but the calculation of threshold is very sensitive to external factors and has poor anti-noise capability.</a:t>
            </a:r>
            <a:endParaRPr lang="ru-RU" sz="2400" dirty="0">
              <a:solidFill>
                <a:schemeClr val="bg1"/>
              </a:solidFill>
            </a:endParaRPr>
          </a:p>
        </p:txBody>
      </p:sp>
      <p:pic>
        <p:nvPicPr>
          <p:cNvPr id="5" name="Рисунок 4" descr="Резиновый утенок">
            <a:hlinkClick r:id="rId21" action="ppaction://hlinksldjump"/>
            <a:extLst>
              <a:ext uri="{FF2B5EF4-FFF2-40B4-BE49-F238E27FC236}">
                <a16:creationId xmlns:a16="http://schemas.microsoft.com/office/drawing/2014/main" id="{8AD46662-B3CC-366A-A58F-F4BDCD569FB0}"/>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7459" y="5001181"/>
            <a:ext cx="357420" cy="357420"/>
          </a:xfrm>
          <a:prstGeom prst="rect">
            <a:avLst/>
          </a:prstGeom>
        </p:spPr>
      </p:pic>
      <p:pic>
        <p:nvPicPr>
          <p:cNvPr id="6" name="Рисунок 5" descr="Газета">
            <a:hlinkClick r:id="rId24" action="ppaction://hlinksldjump"/>
            <a:extLst>
              <a:ext uri="{FF2B5EF4-FFF2-40B4-BE49-F238E27FC236}">
                <a16:creationId xmlns:a16="http://schemas.microsoft.com/office/drawing/2014/main" id="{3E2BF42B-E3DD-2BB3-2E1B-5EAD4615D21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13952" y="1946998"/>
            <a:ext cx="345051" cy="345051"/>
          </a:xfrm>
          <a:prstGeom prst="rect">
            <a:avLst/>
          </a:prstGeom>
        </p:spPr>
      </p:pic>
      <p:pic>
        <p:nvPicPr>
          <p:cNvPr id="7" name="Рисунок 6" descr="Документ">
            <a:hlinkClick r:id="rId27" action="ppaction://hlinksldjump"/>
            <a:extLst>
              <a:ext uri="{FF2B5EF4-FFF2-40B4-BE49-F238E27FC236}">
                <a16:creationId xmlns:a16="http://schemas.microsoft.com/office/drawing/2014/main" id="{169A867E-098F-C93A-1010-8C014CE3128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972" y="4567375"/>
            <a:ext cx="346000" cy="346000"/>
          </a:xfrm>
          <a:prstGeom prst="rect">
            <a:avLst/>
          </a:prstGeom>
        </p:spPr>
      </p:pic>
    </p:spTree>
    <p:extLst>
      <p:ext uri="{BB962C8B-B14F-4D97-AF65-F5344CB8AC3E}">
        <p14:creationId xmlns:p14="http://schemas.microsoft.com/office/powerpoint/2010/main" val="3683258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Объект 16">
            <a:extLst>
              <a:ext uri="{FF2B5EF4-FFF2-40B4-BE49-F238E27FC236}">
                <a16:creationId xmlns:a16="http://schemas.microsoft.com/office/drawing/2014/main" id="{E9AB5E3F-A348-D831-DE8A-842308E94AE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366" t="32256" r="24354" b="23464"/>
          <a:stretch/>
        </p:blipFill>
        <p:spPr>
          <a:xfrm>
            <a:off x="0" y="0"/>
            <a:ext cx="12192000" cy="6858000"/>
          </a:xfrm>
        </p:spPr>
      </p:pic>
      <p:sp>
        <p:nvSpPr>
          <p:cNvPr id="2" name="Заголовок 1">
            <a:extLst>
              <a:ext uri="{FF2B5EF4-FFF2-40B4-BE49-F238E27FC236}">
                <a16:creationId xmlns:a16="http://schemas.microsoft.com/office/drawing/2014/main" id="{54125649-E7A9-F803-5AF4-17313C82D9F3}"/>
              </a:ext>
            </a:extLst>
          </p:cNvPr>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Hands detection</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3" name="Полилиния: фигура 2">
            <a:extLst>
              <a:ext uri="{FF2B5EF4-FFF2-40B4-BE49-F238E27FC236}">
                <a16:creationId xmlns:a16="http://schemas.microsoft.com/office/drawing/2014/main" id="{E55343F1-BE4C-41C5-AC40-A0E60E7B8A74}"/>
              </a:ext>
            </a:extLst>
          </p:cNvPr>
          <p:cNvSpPr/>
          <p:nvPr/>
        </p:nvSpPr>
        <p:spPr>
          <a:xfrm rot="5400000">
            <a:off x="-1503829" y="3203947"/>
            <a:ext cx="4000256" cy="463219"/>
          </a:xfrm>
          <a:custGeom>
            <a:avLst/>
            <a:gdLst>
              <a:gd name="connsiteX0" fmla="*/ 0 w 4150395"/>
              <a:gd name="connsiteY0" fmla="*/ 212057 h 427122"/>
              <a:gd name="connsiteX1" fmla="*/ 197435 w 4150395"/>
              <a:gd name="connsiteY1" fmla="*/ 0 h 427122"/>
              <a:gd name="connsiteX2" fmla="*/ 1029786 w 4150395"/>
              <a:gd name="connsiteY2" fmla="*/ 0 h 427122"/>
              <a:gd name="connsiteX3" fmla="*/ 1029795 w 4150395"/>
              <a:gd name="connsiteY3" fmla="*/ 1 h 427122"/>
              <a:gd name="connsiteX4" fmla="*/ 1808581 w 4150395"/>
              <a:gd name="connsiteY4" fmla="*/ 1 h 427122"/>
              <a:gd name="connsiteX5" fmla="*/ 1836344 w 4150395"/>
              <a:gd name="connsiteY5" fmla="*/ 3007 h 427122"/>
              <a:gd name="connsiteX6" fmla="*/ 2422191 w 4150395"/>
              <a:gd name="connsiteY6" fmla="*/ 3007 h 427122"/>
              <a:gd name="connsiteX7" fmla="*/ 2422200 w 4150395"/>
              <a:gd name="connsiteY7" fmla="*/ 3008 h 427122"/>
              <a:gd name="connsiteX8" fmla="*/ 3147344 w 4150395"/>
              <a:gd name="connsiteY8" fmla="*/ 3008 h 427122"/>
              <a:gd name="connsiteX9" fmla="*/ 3147353 w 4150395"/>
              <a:gd name="connsiteY9" fmla="*/ 3009 h 427122"/>
              <a:gd name="connsiteX10" fmla="*/ 3952960 w 4150395"/>
              <a:gd name="connsiteY10" fmla="*/ 3009 h 427122"/>
              <a:gd name="connsiteX11" fmla="*/ 4150395 w 4150395"/>
              <a:gd name="connsiteY11" fmla="*/ 215066 h 427122"/>
              <a:gd name="connsiteX12" fmla="*/ 3952960 w 4150395"/>
              <a:gd name="connsiteY12" fmla="*/ 427122 h 427122"/>
              <a:gd name="connsiteX13" fmla="*/ 3120609 w 4150395"/>
              <a:gd name="connsiteY13" fmla="*/ 427122 h 427122"/>
              <a:gd name="connsiteX14" fmla="*/ 3120600 w 4150395"/>
              <a:gd name="connsiteY14" fmla="*/ 427121 h 427122"/>
              <a:gd name="connsiteX15" fmla="*/ 2314993 w 4150395"/>
              <a:gd name="connsiteY15" fmla="*/ 427121 h 427122"/>
              <a:gd name="connsiteX16" fmla="*/ 2314984 w 4150395"/>
              <a:gd name="connsiteY16" fmla="*/ 427120 h 427122"/>
              <a:gd name="connsiteX17" fmla="*/ 1589840 w 4150395"/>
              <a:gd name="connsiteY17" fmla="*/ 427120 h 427122"/>
              <a:gd name="connsiteX18" fmla="*/ 1562078 w 4150395"/>
              <a:gd name="connsiteY18" fmla="*/ 424114 h 427122"/>
              <a:gd name="connsiteX19" fmla="*/ 976230 w 4150395"/>
              <a:gd name="connsiteY19" fmla="*/ 424114 h 427122"/>
              <a:gd name="connsiteX20" fmla="*/ 976221 w 4150395"/>
              <a:gd name="connsiteY20" fmla="*/ 424113 h 427122"/>
              <a:gd name="connsiteX21" fmla="*/ 197435 w 4150395"/>
              <a:gd name="connsiteY21" fmla="*/ 424113 h 427122"/>
              <a:gd name="connsiteX22" fmla="*/ 0 w 4150395"/>
              <a:gd name="connsiteY22" fmla="*/ 212057 h 42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50395" h="427122">
                <a:moveTo>
                  <a:pt x="0" y="212057"/>
                </a:moveTo>
                <a:cubicBezTo>
                  <a:pt x="0" y="94935"/>
                  <a:pt x="88406" y="0"/>
                  <a:pt x="197435" y="0"/>
                </a:cubicBezTo>
                <a:lnTo>
                  <a:pt x="1029786" y="0"/>
                </a:lnTo>
                <a:lnTo>
                  <a:pt x="1029795" y="1"/>
                </a:lnTo>
                <a:lnTo>
                  <a:pt x="1808581" y="1"/>
                </a:lnTo>
                <a:lnTo>
                  <a:pt x="1836344" y="3007"/>
                </a:lnTo>
                <a:lnTo>
                  <a:pt x="2422191" y="3007"/>
                </a:lnTo>
                <a:lnTo>
                  <a:pt x="2422200" y="3008"/>
                </a:lnTo>
                <a:lnTo>
                  <a:pt x="3147344" y="3008"/>
                </a:lnTo>
                <a:lnTo>
                  <a:pt x="3147353" y="3009"/>
                </a:lnTo>
                <a:lnTo>
                  <a:pt x="3952960" y="3009"/>
                </a:lnTo>
                <a:cubicBezTo>
                  <a:pt x="4061990" y="3009"/>
                  <a:pt x="4150395" y="97944"/>
                  <a:pt x="4150395" y="215066"/>
                </a:cubicBezTo>
                <a:cubicBezTo>
                  <a:pt x="4150395" y="332187"/>
                  <a:pt x="4061990" y="427122"/>
                  <a:pt x="3952960" y="427122"/>
                </a:cubicBezTo>
                <a:lnTo>
                  <a:pt x="3120609" y="427122"/>
                </a:lnTo>
                <a:lnTo>
                  <a:pt x="3120600" y="427121"/>
                </a:lnTo>
                <a:lnTo>
                  <a:pt x="2314993" y="427121"/>
                </a:lnTo>
                <a:lnTo>
                  <a:pt x="2314984" y="427120"/>
                </a:lnTo>
                <a:lnTo>
                  <a:pt x="1589840" y="427120"/>
                </a:lnTo>
                <a:lnTo>
                  <a:pt x="1562078" y="424114"/>
                </a:lnTo>
                <a:lnTo>
                  <a:pt x="976230" y="424114"/>
                </a:lnTo>
                <a:lnTo>
                  <a:pt x="976221" y="424113"/>
                </a:lnTo>
                <a:lnTo>
                  <a:pt x="197435" y="424113"/>
                </a:lnTo>
                <a:cubicBezTo>
                  <a:pt x="88406" y="424113"/>
                  <a:pt x="0" y="329178"/>
                  <a:pt x="0" y="212057"/>
                </a:cubicBezTo>
                <a:close/>
              </a:path>
            </a:pathLst>
          </a:custGeom>
          <a:solidFill>
            <a:srgbClr val="7366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dirty="0"/>
          </a:p>
        </p:txBody>
      </p:sp>
      <p:sp>
        <p:nvSpPr>
          <p:cNvPr id="14" name="Блок-схема: узел 13">
            <a:extLst>
              <a:ext uri="{FF2B5EF4-FFF2-40B4-BE49-F238E27FC236}">
                <a16:creationId xmlns:a16="http://schemas.microsoft.com/office/drawing/2014/main" id="{18F5EBC6-5CBA-5945-D727-4EB92435E298}"/>
              </a:ext>
            </a:extLst>
          </p:cNvPr>
          <p:cNvSpPr/>
          <p:nvPr/>
        </p:nvSpPr>
        <p:spPr>
          <a:xfrm>
            <a:off x="299527" y="3677566"/>
            <a:ext cx="393283" cy="382083"/>
          </a:xfrm>
          <a:prstGeom prst="flowChartConnector">
            <a:avLst/>
          </a:prstGeom>
          <a:solidFill>
            <a:srgbClr val="FFC0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15" name="Рисунок 14" descr="Дом">
            <a:hlinkClick r:id="rId3" action="ppaction://hlinksldjump"/>
            <a:extLst>
              <a:ext uri="{FF2B5EF4-FFF2-40B4-BE49-F238E27FC236}">
                <a16:creationId xmlns:a16="http://schemas.microsoft.com/office/drawing/2014/main" id="{4A434F72-55A8-3418-4BC0-670341D9841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252" y="1477310"/>
            <a:ext cx="382083" cy="382083"/>
          </a:xfrm>
          <a:prstGeom prst="rect">
            <a:avLst/>
          </a:prstGeom>
        </p:spPr>
      </p:pic>
      <p:pic>
        <p:nvPicPr>
          <p:cNvPr id="18" name="Рисунок 17" descr="Глаза">
            <a:hlinkClick r:id="rId6" action="ppaction://hlinksldjump"/>
            <a:extLst>
              <a:ext uri="{FF2B5EF4-FFF2-40B4-BE49-F238E27FC236}">
                <a16:creationId xmlns:a16="http://schemas.microsoft.com/office/drawing/2014/main" id="{D80F6A3D-85A2-AE1E-BF66-625FFF06594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7852" y="2364859"/>
            <a:ext cx="383276" cy="383276"/>
          </a:xfrm>
          <a:prstGeom prst="rect">
            <a:avLst/>
          </a:prstGeom>
        </p:spPr>
      </p:pic>
      <p:pic>
        <p:nvPicPr>
          <p:cNvPr id="20" name="Рисунок 19" descr="Губы">
            <a:hlinkClick r:id="rId9" action="ppaction://hlinksldjump"/>
            <a:extLst>
              <a:ext uri="{FF2B5EF4-FFF2-40B4-BE49-F238E27FC236}">
                <a16:creationId xmlns:a16="http://schemas.microsoft.com/office/drawing/2014/main" id="{B1CEC726-34FD-A95F-0F51-D7C6AD6461A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9653" y="2810423"/>
            <a:ext cx="393032" cy="393032"/>
          </a:xfrm>
          <a:prstGeom prst="rect">
            <a:avLst/>
          </a:prstGeom>
        </p:spPr>
      </p:pic>
      <p:pic>
        <p:nvPicPr>
          <p:cNvPr id="24" name="Рисунок 23" descr="Смартфон">
            <a:hlinkClick r:id="rId12" action="ppaction://hlinksldjump"/>
            <a:extLst>
              <a:ext uri="{FF2B5EF4-FFF2-40B4-BE49-F238E27FC236}">
                <a16:creationId xmlns:a16="http://schemas.microsoft.com/office/drawing/2014/main" id="{3B2F5C8E-3448-534F-3CB4-2F64258BDA6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29972" y="3709474"/>
            <a:ext cx="320651" cy="320651"/>
          </a:xfrm>
          <a:prstGeom prst="rect">
            <a:avLst/>
          </a:prstGeom>
        </p:spPr>
      </p:pic>
      <p:pic>
        <p:nvPicPr>
          <p:cNvPr id="26" name="Рисунок 25" descr="Пользователи">
            <a:hlinkClick r:id="rId15" action="ppaction://hlinksldjump"/>
            <a:extLst>
              <a:ext uri="{FF2B5EF4-FFF2-40B4-BE49-F238E27FC236}">
                <a16:creationId xmlns:a16="http://schemas.microsoft.com/office/drawing/2014/main" id="{AFE4232A-9491-EE7B-5278-0711DEC3627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14613" y="4137327"/>
            <a:ext cx="351368" cy="351368"/>
          </a:xfrm>
          <a:prstGeom prst="rect">
            <a:avLst/>
          </a:prstGeom>
        </p:spPr>
      </p:pic>
      <p:pic>
        <p:nvPicPr>
          <p:cNvPr id="30" name="Рисунок 29" descr="Пользователь">
            <a:hlinkClick r:id="rId18" action="ppaction://hlinksldjump"/>
            <a:extLst>
              <a:ext uri="{FF2B5EF4-FFF2-40B4-BE49-F238E27FC236}">
                <a16:creationId xmlns:a16="http://schemas.microsoft.com/office/drawing/2014/main" id="{F401AE0D-11D8-9503-C82E-A8814C36A3E9}"/>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99909" y="3239396"/>
            <a:ext cx="373139" cy="373139"/>
          </a:xfrm>
          <a:prstGeom prst="rect">
            <a:avLst/>
          </a:prstGeom>
        </p:spPr>
      </p:pic>
      <p:sp>
        <p:nvSpPr>
          <p:cNvPr id="4" name="TextBox 3">
            <a:extLst>
              <a:ext uri="{FF2B5EF4-FFF2-40B4-BE49-F238E27FC236}">
                <a16:creationId xmlns:a16="http://schemas.microsoft.com/office/drawing/2014/main" id="{94FA44A0-BB61-B5B2-EB54-9BEF3AB361BA}"/>
              </a:ext>
            </a:extLst>
          </p:cNvPr>
          <p:cNvSpPr txBox="1"/>
          <p:nvPr/>
        </p:nvSpPr>
        <p:spPr>
          <a:xfrm>
            <a:off x="838200" y="1775460"/>
            <a:ext cx="10515600" cy="1938992"/>
          </a:xfrm>
          <a:prstGeom prst="rect">
            <a:avLst/>
          </a:prstGeom>
          <a:noFill/>
        </p:spPr>
        <p:txBody>
          <a:bodyPr wrap="square" rtlCol="0">
            <a:spAutoFit/>
          </a:bodyPr>
          <a:lstStyle/>
          <a:p>
            <a:pPr algn="just"/>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In Germany and other European countries, one in ten accidents is the result of drivers' inattention due to smartphones, the &lt;</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url</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&gt; newspaper writes. In Russia, there are no separate statistics on how many accidents occur due to phones. But you can find reports of such incidents in the news feeds.</a:t>
            </a:r>
            <a:endParaRPr lang="ru-RU"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ru-RU" sz="2400" dirty="0">
              <a:solidFill>
                <a:schemeClr val="bg1"/>
              </a:solidFill>
            </a:endParaRPr>
          </a:p>
        </p:txBody>
      </p:sp>
      <p:pic>
        <p:nvPicPr>
          <p:cNvPr id="5" name="Рисунок 4" descr="Резиновый утенок">
            <a:hlinkClick r:id="rId21" action="ppaction://hlinksldjump"/>
            <a:extLst>
              <a:ext uri="{FF2B5EF4-FFF2-40B4-BE49-F238E27FC236}">
                <a16:creationId xmlns:a16="http://schemas.microsoft.com/office/drawing/2014/main" id="{0F93C31B-66E0-7976-0D62-B3EF9614F73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7459" y="5001181"/>
            <a:ext cx="357420" cy="357420"/>
          </a:xfrm>
          <a:prstGeom prst="rect">
            <a:avLst/>
          </a:prstGeom>
        </p:spPr>
      </p:pic>
      <p:pic>
        <p:nvPicPr>
          <p:cNvPr id="6" name="Рисунок 5" descr="Газета">
            <a:hlinkClick r:id="rId24" action="ppaction://hlinksldjump"/>
            <a:extLst>
              <a:ext uri="{FF2B5EF4-FFF2-40B4-BE49-F238E27FC236}">
                <a16:creationId xmlns:a16="http://schemas.microsoft.com/office/drawing/2014/main" id="{6246E2E3-700F-B84A-E5A0-ADEDC08B5590}"/>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13952" y="1946998"/>
            <a:ext cx="345051" cy="345051"/>
          </a:xfrm>
          <a:prstGeom prst="rect">
            <a:avLst/>
          </a:prstGeom>
        </p:spPr>
      </p:pic>
      <p:pic>
        <p:nvPicPr>
          <p:cNvPr id="7" name="Рисунок 6" descr="Документ">
            <a:hlinkClick r:id="rId27" action="ppaction://hlinksldjump"/>
            <a:extLst>
              <a:ext uri="{FF2B5EF4-FFF2-40B4-BE49-F238E27FC236}">
                <a16:creationId xmlns:a16="http://schemas.microsoft.com/office/drawing/2014/main" id="{3323D707-E905-69AF-C566-DCDE5CCA9B9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972" y="4567375"/>
            <a:ext cx="346000" cy="346000"/>
          </a:xfrm>
          <a:prstGeom prst="rect">
            <a:avLst/>
          </a:prstGeom>
        </p:spPr>
      </p:pic>
    </p:spTree>
    <p:extLst>
      <p:ext uri="{BB962C8B-B14F-4D97-AF65-F5344CB8AC3E}">
        <p14:creationId xmlns:p14="http://schemas.microsoft.com/office/powerpoint/2010/main" val="3673470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Объект 16">
            <a:extLst>
              <a:ext uri="{FF2B5EF4-FFF2-40B4-BE49-F238E27FC236}">
                <a16:creationId xmlns:a16="http://schemas.microsoft.com/office/drawing/2014/main" id="{E9AB5E3F-A348-D831-DE8A-842308E94AE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8866" t="11008" r="31560" b="29418"/>
          <a:stretch/>
        </p:blipFill>
        <p:spPr>
          <a:xfrm>
            <a:off x="0" y="0"/>
            <a:ext cx="12192000" cy="6858000"/>
          </a:xfrm>
        </p:spPr>
      </p:pic>
      <p:sp>
        <p:nvSpPr>
          <p:cNvPr id="2" name="Заголовок 1">
            <a:extLst>
              <a:ext uri="{FF2B5EF4-FFF2-40B4-BE49-F238E27FC236}">
                <a16:creationId xmlns:a16="http://schemas.microsoft.com/office/drawing/2014/main" id="{54125649-E7A9-F803-5AF4-17313C82D9F3}"/>
              </a:ext>
            </a:extLst>
          </p:cNvPr>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Communications</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3" name="Полилиния: фигура 2">
            <a:extLst>
              <a:ext uri="{FF2B5EF4-FFF2-40B4-BE49-F238E27FC236}">
                <a16:creationId xmlns:a16="http://schemas.microsoft.com/office/drawing/2014/main" id="{F989931E-337A-7345-E487-5B7980FEE6E9}"/>
              </a:ext>
            </a:extLst>
          </p:cNvPr>
          <p:cNvSpPr/>
          <p:nvPr/>
        </p:nvSpPr>
        <p:spPr>
          <a:xfrm rot="5400000">
            <a:off x="-1503829" y="3203947"/>
            <a:ext cx="4000256" cy="463219"/>
          </a:xfrm>
          <a:custGeom>
            <a:avLst/>
            <a:gdLst>
              <a:gd name="connsiteX0" fmla="*/ 0 w 4150395"/>
              <a:gd name="connsiteY0" fmla="*/ 212057 h 427122"/>
              <a:gd name="connsiteX1" fmla="*/ 197435 w 4150395"/>
              <a:gd name="connsiteY1" fmla="*/ 0 h 427122"/>
              <a:gd name="connsiteX2" fmla="*/ 1029786 w 4150395"/>
              <a:gd name="connsiteY2" fmla="*/ 0 h 427122"/>
              <a:gd name="connsiteX3" fmla="*/ 1029795 w 4150395"/>
              <a:gd name="connsiteY3" fmla="*/ 1 h 427122"/>
              <a:gd name="connsiteX4" fmla="*/ 1808581 w 4150395"/>
              <a:gd name="connsiteY4" fmla="*/ 1 h 427122"/>
              <a:gd name="connsiteX5" fmla="*/ 1836344 w 4150395"/>
              <a:gd name="connsiteY5" fmla="*/ 3007 h 427122"/>
              <a:gd name="connsiteX6" fmla="*/ 2422191 w 4150395"/>
              <a:gd name="connsiteY6" fmla="*/ 3007 h 427122"/>
              <a:gd name="connsiteX7" fmla="*/ 2422200 w 4150395"/>
              <a:gd name="connsiteY7" fmla="*/ 3008 h 427122"/>
              <a:gd name="connsiteX8" fmla="*/ 3147344 w 4150395"/>
              <a:gd name="connsiteY8" fmla="*/ 3008 h 427122"/>
              <a:gd name="connsiteX9" fmla="*/ 3147353 w 4150395"/>
              <a:gd name="connsiteY9" fmla="*/ 3009 h 427122"/>
              <a:gd name="connsiteX10" fmla="*/ 3952960 w 4150395"/>
              <a:gd name="connsiteY10" fmla="*/ 3009 h 427122"/>
              <a:gd name="connsiteX11" fmla="*/ 4150395 w 4150395"/>
              <a:gd name="connsiteY11" fmla="*/ 215066 h 427122"/>
              <a:gd name="connsiteX12" fmla="*/ 3952960 w 4150395"/>
              <a:gd name="connsiteY12" fmla="*/ 427122 h 427122"/>
              <a:gd name="connsiteX13" fmla="*/ 3120609 w 4150395"/>
              <a:gd name="connsiteY13" fmla="*/ 427122 h 427122"/>
              <a:gd name="connsiteX14" fmla="*/ 3120600 w 4150395"/>
              <a:gd name="connsiteY14" fmla="*/ 427121 h 427122"/>
              <a:gd name="connsiteX15" fmla="*/ 2314993 w 4150395"/>
              <a:gd name="connsiteY15" fmla="*/ 427121 h 427122"/>
              <a:gd name="connsiteX16" fmla="*/ 2314984 w 4150395"/>
              <a:gd name="connsiteY16" fmla="*/ 427120 h 427122"/>
              <a:gd name="connsiteX17" fmla="*/ 1589840 w 4150395"/>
              <a:gd name="connsiteY17" fmla="*/ 427120 h 427122"/>
              <a:gd name="connsiteX18" fmla="*/ 1562078 w 4150395"/>
              <a:gd name="connsiteY18" fmla="*/ 424114 h 427122"/>
              <a:gd name="connsiteX19" fmla="*/ 976230 w 4150395"/>
              <a:gd name="connsiteY19" fmla="*/ 424114 h 427122"/>
              <a:gd name="connsiteX20" fmla="*/ 976221 w 4150395"/>
              <a:gd name="connsiteY20" fmla="*/ 424113 h 427122"/>
              <a:gd name="connsiteX21" fmla="*/ 197435 w 4150395"/>
              <a:gd name="connsiteY21" fmla="*/ 424113 h 427122"/>
              <a:gd name="connsiteX22" fmla="*/ 0 w 4150395"/>
              <a:gd name="connsiteY22" fmla="*/ 212057 h 42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50395" h="427122">
                <a:moveTo>
                  <a:pt x="0" y="212057"/>
                </a:moveTo>
                <a:cubicBezTo>
                  <a:pt x="0" y="94935"/>
                  <a:pt x="88406" y="0"/>
                  <a:pt x="197435" y="0"/>
                </a:cubicBezTo>
                <a:lnTo>
                  <a:pt x="1029786" y="0"/>
                </a:lnTo>
                <a:lnTo>
                  <a:pt x="1029795" y="1"/>
                </a:lnTo>
                <a:lnTo>
                  <a:pt x="1808581" y="1"/>
                </a:lnTo>
                <a:lnTo>
                  <a:pt x="1836344" y="3007"/>
                </a:lnTo>
                <a:lnTo>
                  <a:pt x="2422191" y="3007"/>
                </a:lnTo>
                <a:lnTo>
                  <a:pt x="2422200" y="3008"/>
                </a:lnTo>
                <a:lnTo>
                  <a:pt x="3147344" y="3008"/>
                </a:lnTo>
                <a:lnTo>
                  <a:pt x="3147353" y="3009"/>
                </a:lnTo>
                <a:lnTo>
                  <a:pt x="3952960" y="3009"/>
                </a:lnTo>
                <a:cubicBezTo>
                  <a:pt x="4061990" y="3009"/>
                  <a:pt x="4150395" y="97944"/>
                  <a:pt x="4150395" y="215066"/>
                </a:cubicBezTo>
                <a:cubicBezTo>
                  <a:pt x="4150395" y="332187"/>
                  <a:pt x="4061990" y="427122"/>
                  <a:pt x="3952960" y="427122"/>
                </a:cubicBezTo>
                <a:lnTo>
                  <a:pt x="3120609" y="427122"/>
                </a:lnTo>
                <a:lnTo>
                  <a:pt x="3120600" y="427121"/>
                </a:lnTo>
                <a:lnTo>
                  <a:pt x="2314993" y="427121"/>
                </a:lnTo>
                <a:lnTo>
                  <a:pt x="2314984" y="427120"/>
                </a:lnTo>
                <a:lnTo>
                  <a:pt x="1589840" y="427120"/>
                </a:lnTo>
                <a:lnTo>
                  <a:pt x="1562078" y="424114"/>
                </a:lnTo>
                <a:lnTo>
                  <a:pt x="976230" y="424114"/>
                </a:lnTo>
                <a:lnTo>
                  <a:pt x="976221" y="424113"/>
                </a:lnTo>
                <a:lnTo>
                  <a:pt x="197435" y="424113"/>
                </a:lnTo>
                <a:cubicBezTo>
                  <a:pt x="88406" y="424113"/>
                  <a:pt x="0" y="329178"/>
                  <a:pt x="0" y="212057"/>
                </a:cubicBezTo>
                <a:close/>
              </a:path>
            </a:pathLst>
          </a:custGeom>
          <a:solidFill>
            <a:srgbClr val="7366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dirty="0"/>
          </a:p>
        </p:txBody>
      </p:sp>
      <p:sp>
        <p:nvSpPr>
          <p:cNvPr id="14" name="Блок-схема: узел 13">
            <a:extLst>
              <a:ext uri="{FF2B5EF4-FFF2-40B4-BE49-F238E27FC236}">
                <a16:creationId xmlns:a16="http://schemas.microsoft.com/office/drawing/2014/main" id="{F637C573-8236-1278-AC3F-55BD686848DC}"/>
              </a:ext>
            </a:extLst>
          </p:cNvPr>
          <p:cNvSpPr/>
          <p:nvPr/>
        </p:nvSpPr>
        <p:spPr>
          <a:xfrm>
            <a:off x="293251" y="4121969"/>
            <a:ext cx="393283" cy="382083"/>
          </a:xfrm>
          <a:prstGeom prst="flowChartConnector">
            <a:avLst/>
          </a:prstGeom>
          <a:solidFill>
            <a:srgbClr val="FFC0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15" name="Рисунок 14" descr="Дом">
            <a:hlinkClick r:id="rId3" action="ppaction://hlinksldjump"/>
            <a:extLst>
              <a:ext uri="{FF2B5EF4-FFF2-40B4-BE49-F238E27FC236}">
                <a16:creationId xmlns:a16="http://schemas.microsoft.com/office/drawing/2014/main" id="{E039B0D8-1932-68C6-2237-1F8D16F061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252" y="1477310"/>
            <a:ext cx="382083" cy="382083"/>
          </a:xfrm>
          <a:prstGeom prst="rect">
            <a:avLst/>
          </a:prstGeom>
        </p:spPr>
      </p:pic>
      <p:pic>
        <p:nvPicPr>
          <p:cNvPr id="18" name="Рисунок 17" descr="Глаза">
            <a:hlinkClick r:id="rId6" action="ppaction://hlinksldjump"/>
            <a:extLst>
              <a:ext uri="{FF2B5EF4-FFF2-40B4-BE49-F238E27FC236}">
                <a16:creationId xmlns:a16="http://schemas.microsoft.com/office/drawing/2014/main" id="{809A32A6-BD3A-C7EA-8953-9137B4AF575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7852" y="2364859"/>
            <a:ext cx="383276" cy="383276"/>
          </a:xfrm>
          <a:prstGeom prst="rect">
            <a:avLst/>
          </a:prstGeom>
        </p:spPr>
      </p:pic>
      <p:pic>
        <p:nvPicPr>
          <p:cNvPr id="20" name="Рисунок 19" descr="Губы">
            <a:hlinkClick r:id="rId9" action="ppaction://hlinksldjump"/>
            <a:extLst>
              <a:ext uri="{FF2B5EF4-FFF2-40B4-BE49-F238E27FC236}">
                <a16:creationId xmlns:a16="http://schemas.microsoft.com/office/drawing/2014/main" id="{A30E1A69-C636-36CF-5B10-4CFBB9B29E0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9653" y="2810423"/>
            <a:ext cx="393032" cy="393032"/>
          </a:xfrm>
          <a:prstGeom prst="rect">
            <a:avLst/>
          </a:prstGeom>
        </p:spPr>
      </p:pic>
      <p:pic>
        <p:nvPicPr>
          <p:cNvPr id="24" name="Рисунок 23" descr="Смартфон">
            <a:hlinkClick r:id="rId12" action="ppaction://hlinksldjump"/>
            <a:extLst>
              <a:ext uri="{FF2B5EF4-FFF2-40B4-BE49-F238E27FC236}">
                <a16:creationId xmlns:a16="http://schemas.microsoft.com/office/drawing/2014/main" id="{4511053C-5167-292F-5F68-BC0E98BAE15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29972" y="3709474"/>
            <a:ext cx="320651" cy="320651"/>
          </a:xfrm>
          <a:prstGeom prst="rect">
            <a:avLst/>
          </a:prstGeom>
        </p:spPr>
      </p:pic>
      <p:pic>
        <p:nvPicPr>
          <p:cNvPr id="26" name="Рисунок 25" descr="Пользователи">
            <a:hlinkClick r:id="rId15" action="ppaction://hlinksldjump"/>
            <a:extLst>
              <a:ext uri="{FF2B5EF4-FFF2-40B4-BE49-F238E27FC236}">
                <a16:creationId xmlns:a16="http://schemas.microsoft.com/office/drawing/2014/main" id="{67144C7A-ED8F-B49B-0554-C0278247942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14613" y="4137327"/>
            <a:ext cx="351368" cy="351368"/>
          </a:xfrm>
          <a:prstGeom prst="rect">
            <a:avLst/>
          </a:prstGeom>
        </p:spPr>
      </p:pic>
      <p:pic>
        <p:nvPicPr>
          <p:cNvPr id="30" name="Рисунок 29" descr="Пользователь">
            <a:hlinkClick r:id="rId18" action="ppaction://hlinksldjump"/>
            <a:extLst>
              <a:ext uri="{FF2B5EF4-FFF2-40B4-BE49-F238E27FC236}">
                <a16:creationId xmlns:a16="http://schemas.microsoft.com/office/drawing/2014/main" id="{173BA50A-A301-0CC1-0771-EEC68EE822F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99909" y="3239396"/>
            <a:ext cx="373139" cy="373139"/>
          </a:xfrm>
          <a:prstGeom prst="rect">
            <a:avLst/>
          </a:prstGeom>
        </p:spPr>
      </p:pic>
      <p:sp>
        <p:nvSpPr>
          <p:cNvPr id="4" name="TextBox 3">
            <a:extLst>
              <a:ext uri="{FF2B5EF4-FFF2-40B4-BE49-F238E27FC236}">
                <a16:creationId xmlns:a16="http://schemas.microsoft.com/office/drawing/2014/main" id="{0F62167A-53A9-5029-5B27-DF2290E522AE}"/>
              </a:ext>
            </a:extLst>
          </p:cNvPr>
          <p:cNvSpPr txBox="1"/>
          <p:nvPr/>
        </p:nvSpPr>
        <p:spPr>
          <a:xfrm>
            <a:off x="838200" y="1767840"/>
            <a:ext cx="10515600" cy="1938992"/>
          </a:xfrm>
          <a:prstGeom prst="rect">
            <a:avLst/>
          </a:prstGeom>
          <a:noFill/>
        </p:spPr>
        <p:txBody>
          <a:bodyPr wrap="square" rtlCol="0">
            <a:spAutoFit/>
          </a:bodyPr>
          <a:lstStyle/>
          <a:p>
            <a:pPr algn="just"/>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Thousands of people are killed, or seriously injured due to drivers falling asleep at the wheels each year. Road safety is seriously threatened by driver fatigue. An investigation was conducted by the National Highway Traffic Safety Administration in the USA.</a:t>
            </a:r>
            <a:endParaRPr lang="ru-RU"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ru-RU" sz="2400" dirty="0">
              <a:solidFill>
                <a:schemeClr val="bg1"/>
              </a:solidFill>
            </a:endParaRPr>
          </a:p>
        </p:txBody>
      </p:sp>
      <p:pic>
        <p:nvPicPr>
          <p:cNvPr id="5" name="Рисунок 4" descr="Резиновый утенок">
            <a:hlinkClick r:id="rId21" action="ppaction://hlinksldjump"/>
            <a:extLst>
              <a:ext uri="{FF2B5EF4-FFF2-40B4-BE49-F238E27FC236}">
                <a16:creationId xmlns:a16="http://schemas.microsoft.com/office/drawing/2014/main" id="{016C5183-BAC3-A4B1-7226-FB533024B09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7459" y="5001181"/>
            <a:ext cx="357420" cy="357420"/>
          </a:xfrm>
          <a:prstGeom prst="rect">
            <a:avLst/>
          </a:prstGeom>
        </p:spPr>
      </p:pic>
      <p:pic>
        <p:nvPicPr>
          <p:cNvPr id="6" name="Рисунок 5" descr="Газета">
            <a:hlinkClick r:id="rId24" action="ppaction://hlinksldjump"/>
            <a:extLst>
              <a:ext uri="{FF2B5EF4-FFF2-40B4-BE49-F238E27FC236}">
                <a16:creationId xmlns:a16="http://schemas.microsoft.com/office/drawing/2014/main" id="{D96639D7-104A-1C56-D1EE-9E7105B0C2F4}"/>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13952" y="1946998"/>
            <a:ext cx="345051" cy="345051"/>
          </a:xfrm>
          <a:prstGeom prst="rect">
            <a:avLst/>
          </a:prstGeom>
        </p:spPr>
      </p:pic>
      <p:pic>
        <p:nvPicPr>
          <p:cNvPr id="7" name="Рисунок 6" descr="Документ">
            <a:hlinkClick r:id="rId27" action="ppaction://hlinksldjump"/>
            <a:extLst>
              <a:ext uri="{FF2B5EF4-FFF2-40B4-BE49-F238E27FC236}">
                <a16:creationId xmlns:a16="http://schemas.microsoft.com/office/drawing/2014/main" id="{AAF84FC1-C1F5-5762-302F-CD274AC0279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972" y="4559755"/>
            <a:ext cx="346000" cy="346000"/>
          </a:xfrm>
          <a:prstGeom prst="rect">
            <a:avLst/>
          </a:prstGeom>
        </p:spPr>
      </p:pic>
    </p:spTree>
    <p:extLst>
      <p:ext uri="{BB962C8B-B14F-4D97-AF65-F5344CB8AC3E}">
        <p14:creationId xmlns:p14="http://schemas.microsoft.com/office/powerpoint/2010/main" val="10279880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Объект 16">
            <a:extLst>
              <a:ext uri="{FF2B5EF4-FFF2-40B4-BE49-F238E27FC236}">
                <a16:creationId xmlns:a16="http://schemas.microsoft.com/office/drawing/2014/main" id="{E9AB5E3F-A348-D831-DE8A-842308E94AE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51914" t="64422" r="13704"/>
          <a:stretch/>
        </p:blipFill>
        <p:spPr>
          <a:xfrm>
            <a:off x="0" y="-348343"/>
            <a:ext cx="12380686" cy="7206343"/>
          </a:xfrm>
        </p:spPr>
      </p:pic>
      <p:sp>
        <p:nvSpPr>
          <p:cNvPr id="2" name="Заголовок 1">
            <a:extLst>
              <a:ext uri="{FF2B5EF4-FFF2-40B4-BE49-F238E27FC236}">
                <a16:creationId xmlns:a16="http://schemas.microsoft.com/office/drawing/2014/main" id="{54125649-E7A9-F803-5AF4-17313C82D9F3}"/>
              </a:ext>
            </a:extLst>
          </p:cNvPr>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Results</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3" name="Полилиния: фигура 2">
            <a:extLst>
              <a:ext uri="{FF2B5EF4-FFF2-40B4-BE49-F238E27FC236}">
                <a16:creationId xmlns:a16="http://schemas.microsoft.com/office/drawing/2014/main" id="{6822F5AC-0861-5F24-CD89-88B31F5CF5A8}"/>
              </a:ext>
            </a:extLst>
          </p:cNvPr>
          <p:cNvSpPr/>
          <p:nvPr/>
        </p:nvSpPr>
        <p:spPr>
          <a:xfrm rot="5400000">
            <a:off x="-1503829" y="3203947"/>
            <a:ext cx="4000256" cy="463219"/>
          </a:xfrm>
          <a:custGeom>
            <a:avLst/>
            <a:gdLst>
              <a:gd name="connsiteX0" fmla="*/ 0 w 4150395"/>
              <a:gd name="connsiteY0" fmla="*/ 212057 h 427122"/>
              <a:gd name="connsiteX1" fmla="*/ 197435 w 4150395"/>
              <a:gd name="connsiteY1" fmla="*/ 0 h 427122"/>
              <a:gd name="connsiteX2" fmla="*/ 1029786 w 4150395"/>
              <a:gd name="connsiteY2" fmla="*/ 0 h 427122"/>
              <a:gd name="connsiteX3" fmla="*/ 1029795 w 4150395"/>
              <a:gd name="connsiteY3" fmla="*/ 1 h 427122"/>
              <a:gd name="connsiteX4" fmla="*/ 1808581 w 4150395"/>
              <a:gd name="connsiteY4" fmla="*/ 1 h 427122"/>
              <a:gd name="connsiteX5" fmla="*/ 1836344 w 4150395"/>
              <a:gd name="connsiteY5" fmla="*/ 3007 h 427122"/>
              <a:gd name="connsiteX6" fmla="*/ 2422191 w 4150395"/>
              <a:gd name="connsiteY6" fmla="*/ 3007 h 427122"/>
              <a:gd name="connsiteX7" fmla="*/ 2422200 w 4150395"/>
              <a:gd name="connsiteY7" fmla="*/ 3008 h 427122"/>
              <a:gd name="connsiteX8" fmla="*/ 3147344 w 4150395"/>
              <a:gd name="connsiteY8" fmla="*/ 3008 h 427122"/>
              <a:gd name="connsiteX9" fmla="*/ 3147353 w 4150395"/>
              <a:gd name="connsiteY9" fmla="*/ 3009 h 427122"/>
              <a:gd name="connsiteX10" fmla="*/ 3952960 w 4150395"/>
              <a:gd name="connsiteY10" fmla="*/ 3009 h 427122"/>
              <a:gd name="connsiteX11" fmla="*/ 4150395 w 4150395"/>
              <a:gd name="connsiteY11" fmla="*/ 215066 h 427122"/>
              <a:gd name="connsiteX12" fmla="*/ 3952960 w 4150395"/>
              <a:gd name="connsiteY12" fmla="*/ 427122 h 427122"/>
              <a:gd name="connsiteX13" fmla="*/ 3120609 w 4150395"/>
              <a:gd name="connsiteY13" fmla="*/ 427122 h 427122"/>
              <a:gd name="connsiteX14" fmla="*/ 3120600 w 4150395"/>
              <a:gd name="connsiteY14" fmla="*/ 427121 h 427122"/>
              <a:gd name="connsiteX15" fmla="*/ 2314993 w 4150395"/>
              <a:gd name="connsiteY15" fmla="*/ 427121 h 427122"/>
              <a:gd name="connsiteX16" fmla="*/ 2314984 w 4150395"/>
              <a:gd name="connsiteY16" fmla="*/ 427120 h 427122"/>
              <a:gd name="connsiteX17" fmla="*/ 1589840 w 4150395"/>
              <a:gd name="connsiteY17" fmla="*/ 427120 h 427122"/>
              <a:gd name="connsiteX18" fmla="*/ 1562078 w 4150395"/>
              <a:gd name="connsiteY18" fmla="*/ 424114 h 427122"/>
              <a:gd name="connsiteX19" fmla="*/ 976230 w 4150395"/>
              <a:gd name="connsiteY19" fmla="*/ 424114 h 427122"/>
              <a:gd name="connsiteX20" fmla="*/ 976221 w 4150395"/>
              <a:gd name="connsiteY20" fmla="*/ 424113 h 427122"/>
              <a:gd name="connsiteX21" fmla="*/ 197435 w 4150395"/>
              <a:gd name="connsiteY21" fmla="*/ 424113 h 427122"/>
              <a:gd name="connsiteX22" fmla="*/ 0 w 4150395"/>
              <a:gd name="connsiteY22" fmla="*/ 212057 h 42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50395" h="427122">
                <a:moveTo>
                  <a:pt x="0" y="212057"/>
                </a:moveTo>
                <a:cubicBezTo>
                  <a:pt x="0" y="94935"/>
                  <a:pt x="88406" y="0"/>
                  <a:pt x="197435" y="0"/>
                </a:cubicBezTo>
                <a:lnTo>
                  <a:pt x="1029786" y="0"/>
                </a:lnTo>
                <a:lnTo>
                  <a:pt x="1029795" y="1"/>
                </a:lnTo>
                <a:lnTo>
                  <a:pt x="1808581" y="1"/>
                </a:lnTo>
                <a:lnTo>
                  <a:pt x="1836344" y="3007"/>
                </a:lnTo>
                <a:lnTo>
                  <a:pt x="2422191" y="3007"/>
                </a:lnTo>
                <a:lnTo>
                  <a:pt x="2422200" y="3008"/>
                </a:lnTo>
                <a:lnTo>
                  <a:pt x="3147344" y="3008"/>
                </a:lnTo>
                <a:lnTo>
                  <a:pt x="3147353" y="3009"/>
                </a:lnTo>
                <a:lnTo>
                  <a:pt x="3952960" y="3009"/>
                </a:lnTo>
                <a:cubicBezTo>
                  <a:pt x="4061990" y="3009"/>
                  <a:pt x="4150395" y="97944"/>
                  <a:pt x="4150395" y="215066"/>
                </a:cubicBezTo>
                <a:cubicBezTo>
                  <a:pt x="4150395" y="332187"/>
                  <a:pt x="4061990" y="427122"/>
                  <a:pt x="3952960" y="427122"/>
                </a:cubicBezTo>
                <a:lnTo>
                  <a:pt x="3120609" y="427122"/>
                </a:lnTo>
                <a:lnTo>
                  <a:pt x="3120600" y="427121"/>
                </a:lnTo>
                <a:lnTo>
                  <a:pt x="2314993" y="427121"/>
                </a:lnTo>
                <a:lnTo>
                  <a:pt x="2314984" y="427120"/>
                </a:lnTo>
                <a:lnTo>
                  <a:pt x="1589840" y="427120"/>
                </a:lnTo>
                <a:lnTo>
                  <a:pt x="1562078" y="424114"/>
                </a:lnTo>
                <a:lnTo>
                  <a:pt x="976230" y="424114"/>
                </a:lnTo>
                <a:lnTo>
                  <a:pt x="976221" y="424113"/>
                </a:lnTo>
                <a:lnTo>
                  <a:pt x="197435" y="424113"/>
                </a:lnTo>
                <a:cubicBezTo>
                  <a:pt x="88406" y="424113"/>
                  <a:pt x="0" y="329178"/>
                  <a:pt x="0" y="212057"/>
                </a:cubicBezTo>
                <a:close/>
              </a:path>
            </a:pathLst>
          </a:custGeom>
          <a:solidFill>
            <a:srgbClr val="7366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dirty="0"/>
          </a:p>
        </p:txBody>
      </p:sp>
      <p:sp>
        <p:nvSpPr>
          <p:cNvPr id="14" name="Блок-схема: узел 13">
            <a:extLst>
              <a:ext uri="{FF2B5EF4-FFF2-40B4-BE49-F238E27FC236}">
                <a16:creationId xmlns:a16="http://schemas.microsoft.com/office/drawing/2014/main" id="{ECB70215-5B6E-3309-EF06-7901CEE474B9}"/>
              </a:ext>
            </a:extLst>
          </p:cNvPr>
          <p:cNvSpPr/>
          <p:nvPr/>
        </p:nvSpPr>
        <p:spPr>
          <a:xfrm>
            <a:off x="299527" y="4550241"/>
            <a:ext cx="393283" cy="382083"/>
          </a:xfrm>
          <a:prstGeom prst="flowChartConnector">
            <a:avLst/>
          </a:prstGeom>
          <a:solidFill>
            <a:srgbClr val="FFC0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15" name="Рисунок 14" descr="Дом">
            <a:hlinkClick r:id="rId3" action="ppaction://hlinksldjump"/>
            <a:extLst>
              <a:ext uri="{FF2B5EF4-FFF2-40B4-BE49-F238E27FC236}">
                <a16:creationId xmlns:a16="http://schemas.microsoft.com/office/drawing/2014/main" id="{72CB6C3E-DFDE-9A25-1618-779DCED244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5252" y="1477310"/>
            <a:ext cx="382083" cy="382083"/>
          </a:xfrm>
          <a:prstGeom prst="rect">
            <a:avLst/>
          </a:prstGeom>
        </p:spPr>
      </p:pic>
      <p:pic>
        <p:nvPicPr>
          <p:cNvPr id="18" name="Рисунок 17" descr="Глаза">
            <a:hlinkClick r:id="rId6" action="ppaction://hlinksldjump"/>
            <a:extLst>
              <a:ext uri="{FF2B5EF4-FFF2-40B4-BE49-F238E27FC236}">
                <a16:creationId xmlns:a16="http://schemas.microsoft.com/office/drawing/2014/main" id="{CDBC230E-5125-2BD9-5453-EE2CA3150F0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7852" y="2364859"/>
            <a:ext cx="383276" cy="383276"/>
          </a:xfrm>
          <a:prstGeom prst="rect">
            <a:avLst/>
          </a:prstGeom>
        </p:spPr>
      </p:pic>
      <p:pic>
        <p:nvPicPr>
          <p:cNvPr id="20" name="Рисунок 19" descr="Губы">
            <a:hlinkClick r:id="rId9" action="ppaction://hlinksldjump"/>
            <a:extLst>
              <a:ext uri="{FF2B5EF4-FFF2-40B4-BE49-F238E27FC236}">
                <a16:creationId xmlns:a16="http://schemas.microsoft.com/office/drawing/2014/main" id="{23C514EC-C664-DCC3-6EF3-9F6BC16EB31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99653" y="2810423"/>
            <a:ext cx="393032" cy="393032"/>
          </a:xfrm>
          <a:prstGeom prst="rect">
            <a:avLst/>
          </a:prstGeom>
        </p:spPr>
      </p:pic>
      <p:pic>
        <p:nvPicPr>
          <p:cNvPr id="24" name="Рисунок 23" descr="Смартфон">
            <a:hlinkClick r:id="rId12" action="ppaction://hlinksldjump"/>
            <a:extLst>
              <a:ext uri="{FF2B5EF4-FFF2-40B4-BE49-F238E27FC236}">
                <a16:creationId xmlns:a16="http://schemas.microsoft.com/office/drawing/2014/main" id="{F4C54E11-97C6-0C3A-F6DA-4FA4C620C20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29972" y="3709474"/>
            <a:ext cx="320651" cy="320651"/>
          </a:xfrm>
          <a:prstGeom prst="rect">
            <a:avLst/>
          </a:prstGeom>
        </p:spPr>
      </p:pic>
      <p:pic>
        <p:nvPicPr>
          <p:cNvPr id="26" name="Рисунок 25" descr="Пользователи">
            <a:hlinkClick r:id="rId15" action="ppaction://hlinksldjump"/>
            <a:extLst>
              <a:ext uri="{FF2B5EF4-FFF2-40B4-BE49-F238E27FC236}">
                <a16:creationId xmlns:a16="http://schemas.microsoft.com/office/drawing/2014/main" id="{A4910D5D-9BB1-941C-868F-ACCAA7A3358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14613" y="4137327"/>
            <a:ext cx="351368" cy="351368"/>
          </a:xfrm>
          <a:prstGeom prst="rect">
            <a:avLst/>
          </a:prstGeom>
        </p:spPr>
      </p:pic>
      <p:pic>
        <p:nvPicPr>
          <p:cNvPr id="30" name="Рисунок 29" descr="Пользователь">
            <a:hlinkClick r:id="rId18" action="ppaction://hlinksldjump"/>
            <a:extLst>
              <a:ext uri="{FF2B5EF4-FFF2-40B4-BE49-F238E27FC236}">
                <a16:creationId xmlns:a16="http://schemas.microsoft.com/office/drawing/2014/main" id="{2FF99DB0-446D-D0C1-BE6E-41DEFD044F4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99909" y="3239396"/>
            <a:ext cx="373139" cy="373139"/>
          </a:xfrm>
          <a:prstGeom prst="rect">
            <a:avLst/>
          </a:prstGeom>
        </p:spPr>
      </p:pic>
      <p:sp>
        <p:nvSpPr>
          <p:cNvPr id="4" name="TextBox 3">
            <a:extLst>
              <a:ext uri="{FF2B5EF4-FFF2-40B4-BE49-F238E27FC236}">
                <a16:creationId xmlns:a16="http://schemas.microsoft.com/office/drawing/2014/main" id="{859F5FCC-5822-D2B5-B7EE-70B3A10BB094}"/>
              </a:ext>
            </a:extLst>
          </p:cNvPr>
          <p:cNvSpPr txBox="1"/>
          <p:nvPr/>
        </p:nvSpPr>
        <p:spPr>
          <a:xfrm>
            <a:off x="838200" y="1767840"/>
            <a:ext cx="10515600" cy="3046988"/>
          </a:xfrm>
          <a:prstGeom prst="rect">
            <a:avLst/>
          </a:prstGeom>
          <a:noFill/>
        </p:spPr>
        <p:txBody>
          <a:bodyPr wrap="square" rtlCol="0">
            <a:spAutoFit/>
          </a:bodyPr>
          <a:lstStyle/>
          <a:p>
            <a:pPr algn="just"/>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To expand on the thought, while artificial intelligence can significantly enhance the capabilities of existing methods, it's important to consider the ethical implications and ensure that such technologies are developed with safety and privacy in mind. AI has the potential to not only refine detection systems but also to revolutionize them by learning from vast amounts of data and identifying patterns that may not be immediately obvious to humans. This could lead to more proactive and preventative measures in various applications, including automotive safety. </a:t>
            </a:r>
          </a:p>
          <a:p>
            <a:pPr algn="just"/>
            <a:endParaRPr lang="ru-RU" sz="2400" dirty="0">
              <a:solidFill>
                <a:schemeClr val="bg1"/>
              </a:solidFill>
            </a:endParaRPr>
          </a:p>
        </p:txBody>
      </p:sp>
      <p:pic>
        <p:nvPicPr>
          <p:cNvPr id="5" name="Рисунок 4" descr="Резиновый утенок">
            <a:hlinkClick r:id="rId21" action="ppaction://hlinksldjump"/>
            <a:extLst>
              <a:ext uri="{FF2B5EF4-FFF2-40B4-BE49-F238E27FC236}">
                <a16:creationId xmlns:a16="http://schemas.microsoft.com/office/drawing/2014/main" id="{73994501-6BF0-7BA5-12D7-85F271B4059B}"/>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7459" y="5001181"/>
            <a:ext cx="357420" cy="357420"/>
          </a:xfrm>
          <a:prstGeom prst="rect">
            <a:avLst/>
          </a:prstGeom>
        </p:spPr>
      </p:pic>
      <p:pic>
        <p:nvPicPr>
          <p:cNvPr id="6" name="Рисунок 5" descr="Газета">
            <a:hlinkClick r:id="rId24" action="ppaction://hlinksldjump"/>
            <a:extLst>
              <a:ext uri="{FF2B5EF4-FFF2-40B4-BE49-F238E27FC236}">
                <a16:creationId xmlns:a16="http://schemas.microsoft.com/office/drawing/2014/main" id="{2A8D3F1E-32BD-CE26-F703-2DC91AA38180}"/>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13952" y="1946998"/>
            <a:ext cx="345051" cy="345051"/>
          </a:xfrm>
          <a:prstGeom prst="rect">
            <a:avLst/>
          </a:prstGeom>
        </p:spPr>
      </p:pic>
      <p:pic>
        <p:nvPicPr>
          <p:cNvPr id="8" name="Рисунок 7" descr="Документ">
            <a:hlinkClick r:id="rId27" action="ppaction://hlinksldjump"/>
            <a:extLst>
              <a:ext uri="{FF2B5EF4-FFF2-40B4-BE49-F238E27FC236}">
                <a16:creationId xmlns:a16="http://schemas.microsoft.com/office/drawing/2014/main" id="{B890AC7A-513D-27AB-4AB2-20342FDB2F59}"/>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972" y="4567375"/>
            <a:ext cx="346000" cy="346000"/>
          </a:xfrm>
          <a:prstGeom prst="rect">
            <a:avLst/>
          </a:prstGeom>
        </p:spPr>
      </p:pic>
    </p:spTree>
    <p:extLst>
      <p:ext uri="{BB962C8B-B14F-4D97-AF65-F5344CB8AC3E}">
        <p14:creationId xmlns:p14="http://schemas.microsoft.com/office/powerpoint/2010/main" val="3587075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Объект 16">
            <a:extLst>
              <a:ext uri="{FF2B5EF4-FFF2-40B4-BE49-F238E27FC236}">
                <a16:creationId xmlns:a16="http://schemas.microsoft.com/office/drawing/2014/main" id="{E9AB5E3F-A348-D831-DE8A-842308E94AE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58506" t="30878" r="1012" b="28640"/>
          <a:stretch/>
        </p:blipFill>
        <p:spPr>
          <a:xfrm>
            <a:off x="0" y="0"/>
            <a:ext cx="12192000" cy="6858000"/>
          </a:xfrm>
        </p:spPr>
      </p:pic>
      <p:sp>
        <p:nvSpPr>
          <p:cNvPr id="2" name="Заголовок 1">
            <a:extLst>
              <a:ext uri="{FF2B5EF4-FFF2-40B4-BE49-F238E27FC236}">
                <a16:creationId xmlns:a16="http://schemas.microsoft.com/office/drawing/2014/main" id="{54125649-E7A9-F803-5AF4-17313C82D9F3}"/>
              </a:ext>
            </a:extLst>
          </p:cNvPr>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Conclusion</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3" name="Полилиния: фигура 2">
            <a:extLst>
              <a:ext uri="{FF2B5EF4-FFF2-40B4-BE49-F238E27FC236}">
                <a16:creationId xmlns:a16="http://schemas.microsoft.com/office/drawing/2014/main" id="{BA2DB5BE-A853-D7C7-85ED-DF49102D8A2D}"/>
              </a:ext>
            </a:extLst>
          </p:cNvPr>
          <p:cNvSpPr/>
          <p:nvPr/>
        </p:nvSpPr>
        <p:spPr>
          <a:xfrm rot="5400000">
            <a:off x="-1503829" y="3203947"/>
            <a:ext cx="4000256" cy="463219"/>
          </a:xfrm>
          <a:custGeom>
            <a:avLst/>
            <a:gdLst>
              <a:gd name="connsiteX0" fmla="*/ 0 w 4150395"/>
              <a:gd name="connsiteY0" fmla="*/ 212057 h 427122"/>
              <a:gd name="connsiteX1" fmla="*/ 197435 w 4150395"/>
              <a:gd name="connsiteY1" fmla="*/ 0 h 427122"/>
              <a:gd name="connsiteX2" fmla="*/ 1029786 w 4150395"/>
              <a:gd name="connsiteY2" fmla="*/ 0 h 427122"/>
              <a:gd name="connsiteX3" fmla="*/ 1029795 w 4150395"/>
              <a:gd name="connsiteY3" fmla="*/ 1 h 427122"/>
              <a:gd name="connsiteX4" fmla="*/ 1808581 w 4150395"/>
              <a:gd name="connsiteY4" fmla="*/ 1 h 427122"/>
              <a:gd name="connsiteX5" fmla="*/ 1836344 w 4150395"/>
              <a:gd name="connsiteY5" fmla="*/ 3007 h 427122"/>
              <a:gd name="connsiteX6" fmla="*/ 2422191 w 4150395"/>
              <a:gd name="connsiteY6" fmla="*/ 3007 h 427122"/>
              <a:gd name="connsiteX7" fmla="*/ 2422200 w 4150395"/>
              <a:gd name="connsiteY7" fmla="*/ 3008 h 427122"/>
              <a:gd name="connsiteX8" fmla="*/ 3147344 w 4150395"/>
              <a:gd name="connsiteY8" fmla="*/ 3008 h 427122"/>
              <a:gd name="connsiteX9" fmla="*/ 3147353 w 4150395"/>
              <a:gd name="connsiteY9" fmla="*/ 3009 h 427122"/>
              <a:gd name="connsiteX10" fmla="*/ 3952960 w 4150395"/>
              <a:gd name="connsiteY10" fmla="*/ 3009 h 427122"/>
              <a:gd name="connsiteX11" fmla="*/ 4150395 w 4150395"/>
              <a:gd name="connsiteY11" fmla="*/ 215066 h 427122"/>
              <a:gd name="connsiteX12" fmla="*/ 3952960 w 4150395"/>
              <a:gd name="connsiteY12" fmla="*/ 427122 h 427122"/>
              <a:gd name="connsiteX13" fmla="*/ 3120609 w 4150395"/>
              <a:gd name="connsiteY13" fmla="*/ 427122 h 427122"/>
              <a:gd name="connsiteX14" fmla="*/ 3120600 w 4150395"/>
              <a:gd name="connsiteY14" fmla="*/ 427121 h 427122"/>
              <a:gd name="connsiteX15" fmla="*/ 2314993 w 4150395"/>
              <a:gd name="connsiteY15" fmla="*/ 427121 h 427122"/>
              <a:gd name="connsiteX16" fmla="*/ 2314984 w 4150395"/>
              <a:gd name="connsiteY16" fmla="*/ 427120 h 427122"/>
              <a:gd name="connsiteX17" fmla="*/ 1589840 w 4150395"/>
              <a:gd name="connsiteY17" fmla="*/ 427120 h 427122"/>
              <a:gd name="connsiteX18" fmla="*/ 1562078 w 4150395"/>
              <a:gd name="connsiteY18" fmla="*/ 424114 h 427122"/>
              <a:gd name="connsiteX19" fmla="*/ 976230 w 4150395"/>
              <a:gd name="connsiteY19" fmla="*/ 424114 h 427122"/>
              <a:gd name="connsiteX20" fmla="*/ 976221 w 4150395"/>
              <a:gd name="connsiteY20" fmla="*/ 424113 h 427122"/>
              <a:gd name="connsiteX21" fmla="*/ 197435 w 4150395"/>
              <a:gd name="connsiteY21" fmla="*/ 424113 h 427122"/>
              <a:gd name="connsiteX22" fmla="*/ 0 w 4150395"/>
              <a:gd name="connsiteY22" fmla="*/ 212057 h 42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50395" h="427122">
                <a:moveTo>
                  <a:pt x="0" y="212057"/>
                </a:moveTo>
                <a:cubicBezTo>
                  <a:pt x="0" y="94935"/>
                  <a:pt x="88406" y="0"/>
                  <a:pt x="197435" y="0"/>
                </a:cubicBezTo>
                <a:lnTo>
                  <a:pt x="1029786" y="0"/>
                </a:lnTo>
                <a:lnTo>
                  <a:pt x="1029795" y="1"/>
                </a:lnTo>
                <a:lnTo>
                  <a:pt x="1808581" y="1"/>
                </a:lnTo>
                <a:lnTo>
                  <a:pt x="1836344" y="3007"/>
                </a:lnTo>
                <a:lnTo>
                  <a:pt x="2422191" y="3007"/>
                </a:lnTo>
                <a:lnTo>
                  <a:pt x="2422200" y="3008"/>
                </a:lnTo>
                <a:lnTo>
                  <a:pt x="3147344" y="3008"/>
                </a:lnTo>
                <a:lnTo>
                  <a:pt x="3147353" y="3009"/>
                </a:lnTo>
                <a:lnTo>
                  <a:pt x="3952960" y="3009"/>
                </a:lnTo>
                <a:cubicBezTo>
                  <a:pt x="4061990" y="3009"/>
                  <a:pt x="4150395" y="97944"/>
                  <a:pt x="4150395" y="215066"/>
                </a:cubicBezTo>
                <a:cubicBezTo>
                  <a:pt x="4150395" y="332187"/>
                  <a:pt x="4061990" y="427122"/>
                  <a:pt x="3952960" y="427122"/>
                </a:cubicBezTo>
                <a:lnTo>
                  <a:pt x="3120609" y="427122"/>
                </a:lnTo>
                <a:lnTo>
                  <a:pt x="3120600" y="427121"/>
                </a:lnTo>
                <a:lnTo>
                  <a:pt x="2314993" y="427121"/>
                </a:lnTo>
                <a:lnTo>
                  <a:pt x="2314984" y="427120"/>
                </a:lnTo>
                <a:lnTo>
                  <a:pt x="1589840" y="427120"/>
                </a:lnTo>
                <a:lnTo>
                  <a:pt x="1562078" y="424114"/>
                </a:lnTo>
                <a:lnTo>
                  <a:pt x="976230" y="424114"/>
                </a:lnTo>
                <a:lnTo>
                  <a:pt x="976221" y="424113"/>
                </a:lnTo>
                <a:lnTo>
                  <a:pt x="197435" y="424113"/>
                </a:lnTo>
                <a:cubicBezTo>
                  <a:pt x="88406" y="424113"/>
                  <a:pt x="0" y="329178"/>
                  <a:pt x="0" y="212057"/>
                </a:cubicBezTo>
                <a:close/>
              </a:path>
            </a:pathLst>
          </a:custGeom>
          <a:solidFill>
            <a:srgbClr val="7366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dirty="0"/>
          </a:p>
        </p:txBody>
      </p:sp>
      <p:sp>
        <p:nvSpPr>
          <p:cNvPr id="14" name="Блок-схема: узел 13">
            <a:hlinkClick r:id="rId3" action="ppaction://hlinksldjump"/>
            <a:extLst>
              <a:ext uri="{FF2B5EF4-FFF2-40B4-BE49-F238E27FC236}">
                <a16:creationId xmlns:a16="http://schemas.microsoft.com/office/drawing/2014/main" id="{4902E266-3DA4-55D9-504B-2ACD0D0FF02C}"/>
              </a:ext>
            </a:extLst>
          </p:cNvPr>
          <p:cNvSpPr/>
          <p:nvPr/>
        </p:nvSpPr>
        <p:spPr>
          <a:xfrm>
            <a:off x="305206" y="4991464"/>
            <a:ext cx="393283" cy="382083"/>
          </a:xfrm>
          <a:prstGeom prst="flowChartConnector">
            <a:avLst/>
          </a:prstGeom>
          <a:solidFill>
            <a:srgbClr val="FFC0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15" name="Рисунок 14" descr="Дом">
            <a:hlinkClick r:id="rId4" action="ppaction://hlinksldjump"/>
            <a:extLst>
              <a:ext uri="{FF2B5EF4-FFF2-40B4-BE49-F238E27FC236}">
                <a16:creationId xmlns:a16="http://schemas.microsoft.com/office/drawing/2014/main" id="{EC0756D7-DEF3-3D2C-C474-51E6EB814BE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5252" y="1477310"/>
            <a:ext cx="382083" cy="382083"/>
          </a:xfrm>
          <a:prstGeom prst="rect">
            <a:avLst/>
          </a:prstGeom>
        </p:spPr>
      </p:pic>
      <p:pic>
        <p:nvPicPr>
          <p:cNvPr id="18" name="Рисунок 17" descr="Глаза">
            <a:hlinkClick r:id="rId7" action="ppaction://hlinksldjump"/>
            <a:extLst>
              <a:ext uri="{FF2B5EF4-FFF2-40B4-BE49-F238E27FC236}">
                <a16:creationId xmlns:a16="http://schemas.microsoft.com/office/drawing/2014/main" id="{67B63D0E-C20C-7E3A-24F9-CA84DEB93F5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7852" y="2364859"/>
            <a:ext cx="383276" cy="383276"/>
          </a:xfrm>
          <a:prstGeom prst="rect">
            <a:avLst/>
          </a:prstGeom>
        </p:spPr>
      </p:pic>
      <p:pic>
        <p:nvPicPr>
          <p:cNvPr id="20" name="Рисунок 19" descr="Губы">
            <a:hlinkClick r:id="rId10" action="ppaction://hlinksldjump"/>
            <a:extLst>
              <a:ext uri="{FF2B5EF4-FFF2-40B4-BE49-F238E27FC236}">
                <a16:creationId xmlns:a16="http://schemas.microsoft.com/office/drawing/2014/main" id="{6B24882E-ABBB-6E43-A9C9-7AC881E243A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99653" y="2810423"/>
            <a:ext cx="393032" cy="393032"/>
          </a:xfrm>
          <a:prstGeom prst="rect">
            <a:avLst/>
          </a:prstGeom>
        </p:spPr>
      </p:pic>
      <p:pic>
        <p:nvPicPr>
          <p:cNvPr id="24" name="Рисунок 23" descr="Смартфон">
            <a:hlinkClick r:id="rId13" action="ppaction://hlinksldjump"/>
            <a:extLst>
              <a:ext uri="{FF2B5EF4-FFF2-40B4-BE49-F238E27FC236}">
                <a16:creationId xmlns:a16="http://schemas.microsoft.com/office/drawing/2014/main" id="{7FBED420-27D1-A46D-E6CA-837A186A380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29972" y="3709474"/>
            <a:ext cx="320651" cy="320651"/>
          </a:xfrm>
          <a:prstGeom prst="rect">
            <a:avLst/>
          </a:prstGeom>
        </p:spPr>
      </p:pic>
      <p:pic>
        <p:nvPicPr>
          <p:cNvPr id="26" name="Рисунок 25" descr="Пользователи">
            <a:hlinkClick r:id="rId16" action="ppaction://hlinksldjump"/>
            <a:extLst>
              <a:ext uri="{FF2B5EF4-FFF2-40B4-BE49-F238E27FC236}">
                <a16:creationId xmlns:a16="http://schemas.microsoft.com/office/drawing/2014/main" id="{17DF7EFA-ED95-2EB8-0F86-F71C4231004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14613" y="4137327"/>
            <a:ext cx="351368" cy="351368"/>
          </a:xfrm>
          <a:prstGeom prst="rect">
            <a:avLst/>
          </a:prstGeom>
        </p:spPr>
      </p:pic>
      <p:pic>
        <p:nvPicPr>
          <p:cNvPr id="30" name="Рисунок 29" descr="Пользователь">
            <a:hlinkClick r:id="rId19" action="ppaction://hlinksldjump"/>
            <a:extLst>
              <a:ext uri="{FF2B5EF4-FFF2-40B4-BE49-F238E27FC236}">
                <a16:creationId xmlns:a16="http://schemas.microsoft.com/office/drawing/2014/main" id="{9F85EA1A-80D1-FA33-F4F8-1578B8EDB34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99909" y="3239396"/>
            <a:ext cx="373139" cy="373139"/>
          </a:xfrm>
          <a:prstGeom prst="rect">
            <a:avLst/>
          </a:prstGeom>
        </p:spPr>
      </p:pic>
      <p:sp>
        <p:nvSpPr>
          <p:cNvPr id="4" name="TextBox 3">
            <a:extLst>
              <a:ext uri="{FF2B5EF4-FFF2-40B4-BE49-F238E27FC236}">
                <a16:creationId xmlns:a16="http://schemas.microsoft.com/office/drawing/2014/main" id="{355142C2-A44F-E2FA-56FE-93F55DB2C9D8}"/>
              </a:ext>
            </a:extLst>
          </p:cNvPr>
          <p:cNvSpPr txBox="1"/>
          <p:nvPr/>
        </p:nvSpPr>
        <p:spPr>
          <a:xfrm>
            <a:off x="838200" y="1690688"/>
            <a:ext cx="10515600" cy="1569660"/>
          </a:xfrm>
          <a:prstGeom prst="rect">
            <a:avLst/>
          </a:prstGeom>
          <a:noFill/>
        </p:spPr>
        <p:txBody>
          <a:bodyPr wrap="square" rtlCol="0">
            <a:spAutoFit/>
          </a:bodyPr>
          <a:lstStyle/>
          <a:p>
            <a:pPr algn="just"/>
            <a:r>
              <a:rPr lang="en-US" sz="2400" dirty="0">
                <a:solidFill>
                  <a:schemeClr val="bg1"/>
                </a:solidFill>
                <a:latin typeface="Times New Roman" panose="02020603050405020304" pitchFamily="18" charset="0"/>
                <a:cs typeface="Times New Roman" panose="02020603050405020304" pitchFamily="18" charset="0"/>
              </a:rPr>
              <a:t>In conclusion, we would like to say that modern yawning detection systems are imperfect. They can be improved with the help of artificial intelligence. These systems are already being integrated into vehicles of some brands.</a:t>
            </a:r>
          </a:p>
          <a:p>
            <a:pPr algn="just"/>
            <a:endParaRPr lang="ru-RU" sz="2400" dirty="0">
              <a:solidFill>
                <a:schemeClr val="bg1"/>
              </a:solidFill>
              <a:latin typeface="Times New Roman" panose="02020603050405020304" pitchFamily="18" charset="0"/>
              <a:cs typeface="Times New Roman" panose="02020603050405020304" pitchFamily="18" charset="0"/>
            </a:endParaRPr>
          </a:p>
        </p:txBody>
      </p:sp>
      <p:pic>
        <p:nvPicPr>
          <p:cNvPr id="6" name="Рисунок 5" descr="Резиновый утенок">
            <a:extLst>
              <a:ext uri="{FF2B5EF4-FFF2-40B4-BE49-F238E27FC236}">
                <a16:creationId xmlns:a16="http://schemas.microsoft.com/office/drawing/2014/main" id="{566D7FDB-DC92-8486-5BA6-2D946DEA93C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7459" y="5001181"/>
            <a:ext cx="357420" cy="357420"/>
          </a:xfrm>
          <a:prstGeom prst="rect">
            <a:avLst/>
          </a:prstGeom>
        </p:spPr>
      </p:pic>
      <p:pic>
        <p:nvPicPr>
          <p:cNvPr id="7" name="Рисунок 6" descr="Газета">
            <a:hlinkClick r:id="rId24" action="ppaction://hlinksldjump"/>
            <a:extLst>
              <a:ext uri="{FF2B5EF4-FFF2-40B4-BE49-F238E27FC236}">
                <a16:creationId xmlns:a16="http://schemas.microsoft.com/office/drawing/2014/main" id="{977F64E6-904D-BEC1-3E49-2283D6C5C63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13952" y="1946998"/>
            <a:ext cx="345051" cy="345051"/>
          </a:xfrm>
          <a:prstGeom prst="rect">
            <a:avLst/>
          </a:prstGeom>
        </p:spPr>
      </p:pic>
      <p:pic>
        <p:nvPicPr>
          <p:cNvPr id="10" name="Рисунок 9" descr="Документ">
            <a:hlinkClick r:id="rId27" action="ppaction://hlinksldjump"/>
            <a:extLst>
              <a:ext uri="{FF2B5EF4-FFF2-40B4-BE49-F238E27FC236}">
                <a16:creationId xmlns:a16="http://schemas.microsoft.com/office/drawing/2014/main" id="{66D26B85-0427-D78A-AC3A-73A582B12691}"/>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972" y="4567375"/>
            <a:ext cx="346000" cy="346000"/>
          </a:xfrm>
          <a:prstGeom prst="rect">
            <a:avLst/>
          </a:prstGeom>
        </p:spPr>
      </p:pic>
    </p:spTree>
    <p:extLst>
      <p:ext uri="{BB962C8B-B14F-4D97-AF65-F5344CB8AC3E}">
        <p14:creationId xmlns:p14="http://schemas.microsoft.com/office/powerpoint/2010/main" val="60493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B5D68A-2C37-BC20-8E8C-3B1F53370CEF}"/>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7752B2BD-DC49-77CC-8BE5-9537C3A3E1DF}"/>
              </a:ext>
            </a:extLst>
          </p:cNvPr>
          <p:cNvSpPr>
            <a:spLocks noGrp="1"/>
          </p:cNvSpPr>
          <p:nvPr>
            <p:ph idx="1"/>
          </p:nvPr>
        </p:nvSpPr>
        <p:spPr/>
        <p:txBody>
          <a:bodyPr/>
          <a:lstStyle/>
          <a:p>
            <a:endParaRPr lang="ru-RU"/>
          </a:p>
        </p:txBody>
      </p:sp>
      <p:pic>
        <p:nvPicPr>
          <p:cNvPr id="1026" name="Picture 2">
            <a:extLst>
              <a:ext uri="{FF2B5EF4-FFF2-40B4-BE49-F238E27FC236}">
                <a16:creationId xmlns:a16="http://schemas.microsoft.com/office/drawing/2014/main" id="{6A147C35-3DD9-FC55-D0C1-732E3EC5C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icture background">
            <a:extLst>
              <a:ext uri="{FF2B5EF4-FFF2-40B4-BE49-F238E27FC236}">
                <a16:creationId xmlns:a16="http://schemas.microsoft.com/office/drawing/2014/main" id="{ADCDE199-7C61-34B9-F676-F24D6C47EA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533" y="0"/>
            <a:ext cx="12462933" cy="701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24329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466</Words>
  <Application>Microsoft Office PowerPoint</Application>
  <PresentationFormat>Широкоэкранный</PresentationFormat>
  <Paragraphs>28</Paragraphs>
  <Slides>11</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11</vt:i4>
      </vt:variant>
    </vt:vector>
  </HeadingPairs>
  <TitlesOfParts>
    <vt:vector size="16" baseType="lpstr">
      <vt:lpstr>Arial</vt:lpstr>
      <vt:lpstr>Calibri</vt:lpstr>
      <vt:lpstr>Calibri Light</vt:lpstr>
      <vt:lpstr>Times New Roman</vt:lpstr>
      <vt:lpstr>Тема Office</vt:lpstr>
      <vt:lpstr>Презентация PowerPoint</vt:lpstr>
      <vt:lpstr>Contents</vt:lpstr>
      <vt:lpstr>Introduction</vt:lpstr>
      <vt:lpstr>Eye detection</vt:lpstr>
      <vt:lpstr>Mouth movement</vt:lpstr>
      <vt:lpstr>Head position detection</vt:lpstr>
      <vt:lpstr>Hands detection</vt:lpstr>
      <vt:lpstr>Communications</vt:lpstr>
      <vt:lpstr>Results</vt:lpstr>
      <vt:lpstr>Conclusion</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Арсений Данилюк</dc:creator>
  <cp:lastModifiedBy>Аленка</cp:lastModifiedBy>
  <cp:revision>10</cp:revision>
  <dcterms:created xsi:type="dcterms:W3CDTF">2024-05-29T17:42:06Z</dcterms:created>
  <dcterms:modified xsi:type="dcterms:W3CDTF">2024-05-30T05:53:44Z</dcterms:modified>
</cp:coreProperties>
</file>